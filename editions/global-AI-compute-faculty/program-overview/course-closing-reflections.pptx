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69" r:id="rId4"/>
    <p:sldId id="274" r:id="rId5"/>
    <p:sldId id="271" r:id="rId6"/>
    <p:sldId id="275" r:id="rId7"/>
    <p:sldId id="261" r:id="rId8"/>
    <p:sldId id="272" r:id="rId9"/>
    <p:sldId id="258" r:id="rId10"/>
    <p:sldId id="279" r:id="rId11"/>
    <p:sldId id="277" r:id="rId12"/>
    <p:sldId id="278" r:id="rId13"/>
    <p:sldId id="268" r:id="rId14"/>
  </p:sldIdLst>
  <p:sldSz cx="10706100" cy="60198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290" autoAdjust="0"/>
  </p:normalViewPr>
  <p:slideViewPr>
    <p:cSldViewPr snapToGrid="0">
      <p:cViewPr>
        <p:scale>
          <a:sx n="69" d="100"/>
          <a:sy n="69" d="100"/>
        </p:scale>
        <p:origin x="626" y="-6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为期两周的集中课程，今天正式画上句号。首先，我要由衷感谢北京智源人工智能研究院（</a:t>
            </a:r>
            <a:r>
              <a:rPr lang="en-US" altLang="zh-CN" dirty="0"/>
              <a:t>BAAI</a:t>
            </a:r>
            <a:r>
              <a:rPr lang="zh-CN" altLang="en-US" dirty="0"/>
              <a:t>），为我们搭建起这次宝贵的教学平台，给予我教学相长的难得机会。同时，也感谢来自世界各个国家的授课老师、参会同仁，感谢大家对我本人以及助教团队的信任、理解与大力支持。</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在这两周里，我们共同完成了全部五个模块的课程内容，也落地完成配套的 </a:t>
            </a:r>
            <a:r>
              <a:rPr lang="en-US" altLang="zh-CN" dirty="0"/>
              <a:t>5 </a:t>
            </a:r>
            <a:r>
              <a:rPr lang="zh-CN" altLang="en-US" dirty="0"/>
              <a:t>个实验 </a:t>
            </a:r>
            <a:r>
              <a:rPr lang="en-US" altLang="zh-CN" dirty="0"/>
              <a:t>Lab</a:t>
            </a:r>
            <a:r>
              <a:rPr lang="zh-CN" altLang="en-US" dirty="0"/>
              <a:t>。</a:t>
            </a:r>
            <a:endParaRPr lang="en-US" altLang="zh-CN" dirty="0"/>
          </a:p>
          <a:p>
            <a:r>
              <a:rPr lang="en-US" dirty="0"/>
              <a:t>The course combined five core modules and eight hands-on labs. Participants spent 15 hours in lectures and 20 hours in guided practice, for 35 hours overall.</a:t>
            </a:r>
          </a:p>
          <a:p>
            <a:r>
              <a:rPr lang="en-US" dirty="0"/>
              <a:t>The materials covered 370 slides, 21 core topics, and 105 knowledge points. This structure connected the fundamentals of AI systems with practical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Eight labs gave participants a complete practice sequence, supported by ten teaching assistants. The material included 52 core steps and about 4,480 lines of code, comments, tools, and installation guidance.</a:t>
            </a:r>
          </a:p>
          <a:p>
            <a:r>
              <a:rPr lang="en-US"/>
              <a:t>Participants configured environments, ran workloads, checked correctness, measured performance, and analyzed results. Optional tasks allowed deeper work in selected labs.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feedback was strong: every respondent rated the training 4 or 5, and the average overall satisfaction score was 4.53 out of 5.</a:t>
            </a:r>
          </a:p>
          <a:p>
            <a:r>
              <a:rPr lang="en-US" dirty="0"/>
              <a:t>AI systems fundamentals received the most selections as a helpful module. Most respondents described the theory as moderate or difficult, indicating substantial but manageable challenge.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客观来讲，课程内容前沿、跨领域门槛较高，过程中也存在不少有待打磨完善之处，离不开在座每一位的包容、参与和反馈，才让本次教学任务得以顺利收官。</a:t>
            </a:r>
            <a:endParaRPr lang="en-US" altLang="zh-CN" dirty="0"/>
          </a:p>
          <a:p>
            <a:r>
              <a:rPr lang="en-US" dirty="0"/>
              <a:t>This slide shows the detailed module responses behind the course summary. AI systems fundamentals led the helpful-module selections with 12 votes, followed by AI operators with 9.</a:t>
            </a:r>
          </a:p>
          <a:p>
            <a:r>
              <a:rPr lang="en-US" dirty="0"/>
              <a:t>The stacked bars retain each module's reported difficulty distribution. The response total varies between 15 and 16 across those questions, so compare the patterns rather than treating the bar counts as one common sample.</a:t>
            </a:r>
          </a:p>
          <a:p>
            <a:r>
              <a:rPr lang="zh-CN" altLang="en-US" dirty="0"/>
              <a:t>第五部分的内容大家感觉比较难，我想可能是这部分的内容还需要更多的细节和实操，毕竟我们需要构建一个系统，之后才能考虑性能，但这正是我们的学生需要关注的，只能</a:t>
            </a:r>
            <a:r>
              <a:rPr lang="en-US" altLang="zh-CN" dirty="0"/>
              <a:t>work</a:t>
            </a:r>
            <a:r>
              <a:rPr lang="zh-CN" altLang="en-US" dirty="0"/>
              <a:t>是不够的，我们需要调试和优化，而优化是无极限的。</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sequence was also received well. In the summary survey, 93.3 percent rated the projects moderate, while average difficulty by lab ranged from 2.4 to 3.1 on a four-point scale.</a:t>
            </a:r>
          </a:p>
          <a:p>
            <a:r>
              <a:rPr lang="en-US" dirty="0"/>
              <a:t>Edge Device was the most frequently selected helpful or interesting lab. The range of difficulty suggests the labs provided challenge while remaining approachable.</a:t>
            </a:r>
          </a:p>
          <a:p>
            <a:r>
              <a:rPr lang="zh-CN" altLang="en-US" dirty="0"/>
              <a:t>实验的部分也是端侧实验最受欢迎，我想也是能够看到物理载体，并且这部分在课堂中也更加容易。</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可以看到，大家都感觉算子融合难，跟我们预期的一样。这部分在系统的中间，既不是应用角度能跟用户交互部分，也不是能看到实物的物理载体。比较难理解，不过这部分很重要。很幸运</a:t>
            </a:r>
            <a:r>
              <a:rPr lang="en-US" altLang="zh-CN" dirty="0" err="1"/>
              <a:t>flagos</a:t>
            </a:r>
            <a:r>
              <a:rPr lang="zh-CN" altLang="en-US" dirty="0"/>
              <a:t>把这些公共的优化提供了跨架构的支持，对于学生而言，了解这个底层的知识是非常重要的。</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Edge Device received 11 of 44 helpful-lab selections, followed by Triton Primer with 9. Inference and KernelGen each received 7.</a:t>
            </a:r>
          </a:p>
          <a:p>
            <a:r>
              <a:rPr lang="en-US"/>
              <a:t>For the separate overall-difficulty question, 16 of 17 respondents selected moderate and one selected easy. All 15 respondents to the teaching-usefulness question said the online lab projects were helpful. The denominators differ across the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online laboratory platform received an average rating of 7.93 out of 10. All respondents to the teaching question found it helpful, and 11 of 15 used the </a:t>
            </a:r>
            <a:r>
              <a:rPr lang="en-US" dirty="0" err="1"/>
              <a:t>FlagOS</a:t>
            </a:r>
            <a:r>
              <a:rPr lang="en-US" dirty="0"/>
              <a:t> Lab Assistant.</a:t>
            </a:r>
          </a:p>
          <a:p>
            <a:r>
              <a:rPr lang="en-US" dirty="0"/>
              <a:t>Login and account activation scored 100 percent positive; remote access stability, startup speed, and interface friendliness each scored 86.7 percent. Introduce the assistant in the first lab to encourage broader use.</a:t>
            </a:r>
          </a:p>
          <a:p>
            <a:r>
              <a:rPr lang="zh-CN" altLang="en-US" dirty="0"/>
              <a:t>这么高的评价来源于智源扎实的积累，打造了好的平台</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这个结果对我们是巨大的鼓励</a:t>
            </a:r>
            <a:endParaRPr lang="en-US" altLang="zh-CN" dirty="0"/>
          </a:p>
          <a:p>
            <a:endParaRPr lang="en-US" dirty="0"/>
          </a:p>
          <a:p>
            <a:r>
              <a:rPr lang="en-US" dirty="0"/>
              <a:t>All 15 respondents gave the training either 4 or 5 out of 5, producing an average of 4.53. This is a clear positive overall evaluation.</a:t>
            </a:r>
          </a:p>
          <a:p>
            <a:r>
              <a:rPr lang="en-US" dirty="0"/>
              <a:t>Thirteen respondents explicitly indicated willingness to collaborate further. Two said their participation would depend on conditions, so it is more accurate to describe the interest as strong rather than unanimous without qualification.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回望这次课程，它的现实意义十分深远。人工智能的重要性已经毋庸置疑，但 </a:t>
            </a:r>
            <a:r>
              <a:rPr lang="en-US" altLang="zh-CN" dirty="0"/>
              <a:t>AI </a:t>
            </a:r>
            <a:r>
              <a:rPr lang="zh-CN" altLang="en-US" dirty="0"/>
              <a:t>的发展离不开底层基础软硬件的体系设计。在传统 </a:t>
            </a:r>
            <a:r>
              <a:rPr lang="en-US" altLang="zh-CN" dirty="0"/>
              <a:t>CPU </a:t>
            </a:r>
            <a:r>
              <a:rPr lang="zh-CN" altLang="en-US" dirty="0"/>
              <a:t>时代，受多重历史因素影响，业界长期主要使用 </a:t>
            </a:r>
            <a:r>
              <a:rPr lang="en-US" altLang="zh-CN" dirty="0"/>
              <a:t>x86</a:t>
            </a:r>
            <a:r>
              <a:rPr lang="zh-CN" altLang="en-US" dirty="0"/>
              <a:t>、</a:t>
            </a:r>
            <a:r>
              <a:rPr lang="en-US" altLang="zh-CN" dirty="0"/>
              <a:t>ARM</a:t>
            </a:r>
            <a:r>
              <a:rPr lang="zh-CN" altLang="en-US" dirty="0"/>
              <a:t>、</a:t>
            </a:r>
            <a:r>
              <a:rPr lang="en-US" altLang="zh-CN" dirty="0"/>
              <a:t>MIPS </a:t>
            </a:r>
            <a:r>
              <a:rPr lang="zh-CN" altLang="en-US" dirty="0"/>
              <a:t>等成熟架构。而 </a:t>
            </a:r>
            <a:r>
              <a:rPr lang="en-US" altLang="zh-CN" dirty="0"/>
              <a:t>AI </a:t>
            </a:r>
            <a:r>
              <a:rPr lang="zh-CN" altLang="en-US" dirty="0"/>
              <a:t>领域催生出大量全新的定制化硬件特性，为我们迎来了技术上弯道超车的时代窗口，这也是当下国内涌现大批 </a:t>
            </a:r>
            <a:r>
              <a:rPr lang="en-US" altLang="zh-CN" dirty="0"/>
              <a:t>AI </a:t>
            </a:r>
            <a:r>
              <a:rPr lang="zh-CN" altLang="en-US" dirty="0"/>
              <a:t>芯片企业的重要背景。</a:t>
            </a:r>
          </a:p>
          <a:p>
            <a:r>
              <a:rPr lang="zh-CN" altLang="en-US" dirty="0"/>
              <a:t>但我们也要清醒看到，仅有芯片硬件远远不够，软件栈的支撑同样不可或缺，也正是在这一背景下，</a:t>
            </a:r>
            <a:r>
              <a:rPr lang="en-US" altLang="zh-CN" dirty="0" err="1"/>
              <a:t>FlagOS</a:t>
            </a:r>
            <a:r>
              <a:rPr lang="en-US" altLang="zh-CN" dirty="0"/>
              <a:t> </a:t>
            </a:r>
            <a:r>
              <a:rPr lang="zh-CN" altLang="en-US" dirty="0"/>
              <a:t>的价值愈发凸显，它帮助我们便捷实现跨架构的代码复用，打通硬件与上层 </a:t>
            </a:r>
            <a:r>
              <a:rPr lang="en-US" altLang="zh-CN" dirty="0"/>
              <a:t>AI </a:t>
            </a:r>
            <a:r>
              <a:rPr lang="zh-CN" altLang="en-US" dirty="0"/>
              <a:t>应用之间的鸿沟。正如北京日报相关文章中所阐述的观点，硬实力的突破，最终落脚点离不开人才根基的夯实京报网。想要持续推动技术向前发展，就必须在人才培养上持续投入，源源不断的高水平人才，才是科技产业行稳致远的根本保障。能够深度参与到这样面向前沿软硬件人才培养的项目当中，我个人感到十分荣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两周的集中授课并不是终点，而只是我们合作的起点。契合智源研究院开放连接的核心理念，比知识讲授更为珍贵的，是我们在此建立起跨越国界的学术纽带与伙伴关系。在座各位，都是各自国家人工智能领域播撒下的种子；我们同样，也是中国技术生态里的种子。往后，我们期待彼此并肩、一同耕耘、共同成长。</a:t>
            </a:r>
          </a:p>
          <a:p>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未来，智源研究院团队、北京大学团队与中国人民大学团队，会持续为大家提供支持，助力各位开展课程建设、人才培育与科学研究工作。期待我们立足这个全新的时代，携手探索，共创更加美好的未来。谢谢大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90B450A-7BCC-4841-A64B-F0BBB9445FF4}"/>
              </a:ext>
            </a:extLst>
          </p:cNvPr>
          <p:cNvSpPr>
            <a:spLocks noGrp="1"/>
          </p:cNvSpPr>
          <p:nvPr>
            <p:ph type="title"/>
          </p:nvPr>
        </p:nvSpPr>
        <p:spPr>
          <a:xfrm>
            <a:off x="1070610" y="2274147"/>
            <a:ext cx="8564880" cy="869527"/>
          </a:xfrm>
          <a:prstGeom prst="rect">
            <a:avLst/>
          </a:prstGeom>
          <a:noFill/>
          <a:ln>
            <a:noFill/>
            <a:prstDash val="solid"/>
          </a:ln>
        </p:spPr>
        <p:txBody>
          <a:bodyPr wrap="square" lIns="0" tIns="0" rIns="0" bIns="0" anchor="ctr">
            <a:normAutofit/>
          </a:bodyPr>
          <a:lstStyle>
            <a:defPPr algn="ctr">
              <a:defRPr sz="4213" b="1">
                <a:solidFill>
                  <a:schemeClr val="tx1"/>
                </a:solidFill>
                <a:latin typeface="+mj-lt"/>
                <a:ea typeface="+mj-lt"/>
                <a:cs typeface="+mj-lt"/>
              </a:defRPr>
            </a:defPPr>
            <a:lvl1pPr marL="0" indent="0" algn="ctr">
              <a:lnSpc>
                <a:spcPct val="110000"/>
              </a:lnSpc>
              <a:spcBef>
                <a:spcPts val="0"/>
              </a:spcBef>
              <a:spcAft>
                <a:spcPts val="0"/>
              </a:spcAft>
              <a:buNone/>
              <a:defRPr sz="4213" b="1">
                <a:solidFill>
                  <a:schemeClr val="tx1"/>
                </a:solidFill>
                <a:latin typeface="+mj-lt"/>
                <a:ea typeface="+mj-lt"/>
                <a:cs typeface="+mj-lt"/>
              </a:defRPr>
            </a:lvl1pPr>
            <a:lvl2pPr marL="0" indent="0" algn="ctr">
              <a:lnSpc>
                <a:spcPct val="110000"/>
              </a:lnSpc>
              <a:spcBef>
                <a:spcPts val="0"/>
              </a:spcBef>
              <a:spcAft>
                <a:spcPts val="0"/>
              </a:spcAft>
              <a:buNone/>
              <a:defRPr sz="4213" b="1">
                <a:solidFill>
                  <a:schemeClr val="tx1"/>
                </a:solidFill>
                <a:latin typeface="+mj-lt"/>
                <a:ea typeface="+mj-lt"/>
                <a:cs typeface="+mj-lt"/>
              </a:defRPr>
            </a:lvl2pPr>
            <a:lvl3pPr marL="0" indent="0" algn="ctr">
              <a:lnSpc>
                <a:spcPct val="110000"/>
              </a:lnSpc>
              <a:spcBef>
                <a:spcPts val="0"/>
              </a:spcBef>
              <a:spcAft>
                <a:spcPts val="0"/>
              </a:spcAft>
              <a:buNone/>
              <a:defRPr sz="4213" b="1">
                <a:solidFill>
                  <a:schemeClr val="tx1"/>
                </a:solidFill>
                <a:latin typeface="+mj-lt"/>
                <a:ea typeface="+mj-lt"/>
                <a:cs typeface="+mj-lt"/>
              </a:defRPr>
            </a:lvl3pPr>
            <a:lvl4pPr marL="0" indent="0" algn="ctr">
              <a:lnSpc>
                <a:spcPct val="110000"/>
              </a:lnSpc>
              <a:spcBef>
                <a:spcPts val="0"/>
              </a:spcBef>
              <a:spcAft>
                <a:spcPts val="0"/>
              </a:spcAft>
              <a:buNone/>
              <a:defRPr sz="4213" b="1">
                <a:solidFill>
                  <a:schemeClr val="tx1"/>
                </a:solidFill>
                <a:latin typeface="+mj-lt"/>
                <a:ea typeface="+mj-lt"/>
                <a:cs typeface="+mj-lt"/>
              </a:defRPr>
            </a:lvl4pPr>
            <a:lvl5pPr marL="0" indent="0" algn="ctr">
              <a:lnSpc>
                <a:spcPct val="110000"/>
              </a:lnSpc>
              <a:spcBef>
                <a:spcPts val="0"/>
              </a:spcBef>
              <a:spcAft>
                <a:spcPts val="0"/>
              </a:spcAft>
              <a:buNone/>
              <a:defRPr sz="4213" b="1">
                <a:solidFill>
                  <a:schemeClr val="tx1"/>
                </a:solidFill>
                <a:latin typeface="+mj-lt"/>
                <a:ea typeface="+mj-lt"/>
                <a:cs typeface="+mj-lt"/>
              </a:defRPr>
            </a:lvl5pPr>
            <a:lvl6pPr marL="0" indent="0" algn="ctr">
              <a:lnSpc>
                <a:spcPct val="110000"/>
              </a:lnSpc>
              <a:spcBef>
                <a:spcPts val="0"/>
              </a:spcBef>
              <a:spcAft>
                <a:spcPts val="0"/>
              </a:spcAft>
              <a:buNone/>
              <a:defRPr sz="4213" b="1">
                <a:solidFill>
                  <a:schemeClr val="tx1"/>
                </a:solidFill>
                <a:latin typeface="+mj-lt"/>
                <a:ea typeface="+mj-lt"/>
                <a:cs typeface="+mj-lt"/>
              </a:defRPr>
            </a:lvl6pPr>
            <a:lvl7pPr marL="0" indent="0" algn="ctr">
              <a:lnSpc>
                <a:spcPct val="110000"/>
              </a:lnSpc>
              <a:spcBef>
                <a:spcPts val="0"/>
              </a:spcBef>
              <a:spcAft>
                <a:spcPts val="0"/>
              </a:spcAft>
              <a:buNone/>
              <a:defRPr sz="4213" b="1">
                <a:solidFill>
                  <a:schemeClr val="tx1"/>
                </a:solidFill>
                <a:latin typeface="+mj-lt"/>
                <a:ea typeface="+mj-lt"/>
                <a:cs typeface="+mj-lt"/>
              </a:defRPr>
            </a:lvl7pPr>
            <a:lvl8pPr marL="0" indent="0" algn="ctr">
              <a:lnSpc>
                <a:spcPct val="110000"/>
              </a:lnSpc>
              <a:spcBef>
                <a:spcPts val="0"/>
              </a:spcBef>
              <a:spcAft>
                <a:spcPts val="0"/>
              </a:spcAft>
              <a:buNone/>
              <a:defRPr sz="4213" b="1">
                <a:solidFill>
                  <a:schemeClr val="tx1"/>
                </a:solidFill>
                <a:latin typeface="+mj-lt"/>
                <a:ea typeface="+mj-lt"/>
                <a:cs typeface="+mj-lt"/>
              </a:defRPr>
            </a:lvl8pPr>
            <a:lvl9pPr marL="0" indent="0" algn="ctr">
              <a:lnSpc>
                <a:spcPct val="110000"/>
              </a:lnSpc>
              <a:spcBef>
                <a:spcPts val="0"/>
              </a:spcBef>
              <a:spcAft>
                <a:spcPts val="0"/>
              </a:spcAft>
              <a:buNone/>
              <a:defRPr sz="4213"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AA032D56-83E3-4E1C-873D-C9A3BC407025}"/>
              </a:ext>
            </a:extLst>
          </p:cNvPr>
          <p:cNvSpPr>
            <a:spLocks noGrp="1"/>
          </p:cNvSpPr>
          <p:nvPr>
            <p:ph type="subTitle" idx="1"/>
          </p:nvPr>
        </p:nvSpPr>
        <p:spPr>
          <a:xfrm>
            <a:off x="1605915" y="3310890"/>
            <a:ext cx="7494270" cy="668867"/>
          </a:xfrm>
          <a:prstGeom prst="rect">
            <a:avLst/>
          </a:prstGeom>
          <a:noFill/>
          <a:ln>
            <a:noFill/>
            <a:prstDash val="solid"/>
          </a:ln>
        </p:spPr>
        <p:txBody>
          <a:bodyPr wrap="square" lIns="0" tIns="0" rIns="0" bIns="0" anchor="ctr">
            <a:normAutofit/>
          </a:bodyPr>
          <a:lstStyle>
            <a:defPPr algn="ctr">
              <a:defRPr sz="1843" b="0">
                <a:solidFill>
                  <a:schemeClr val="tx1"/>
                </a:solidFill>
                <a:latin typeface="+mn-lt"/>
                <a:ea typeface="+mn-lt"/>
                <a:cs typeface="+mn-lt"/>
              </a:defRPr>
            </a:defPPr>
            <a:lvl1pPr marL="0" indent="0" algn="ctr">
              <a:lnSpc>
                <a:spcPct val="110000"/>
              </a:lnSpc>
              <a:spcBef>
                <a:spcPts val="0"/>
              </a:spcBef>
              <a:spcAft>
                <a:spcPts val="0"/>
              </a:spcAft>
              <a:buNone/>
              <a:defRPr sz="1843" b="0">
                <a:solidFill>
                  <a:schemeClr val="tx1"/>
                </a:solidFill>
                <a:latin typeface="+mn-lt"/>
                <a:ea typeface="+mn-lt"/>
                <a:cs typeface="+mn-lt"/>
              </a:defRPr>
            </a:lvl1pPr>
            <a:lvl2pPr marL="0" indent="0" algn="ctr">
              <a:lnSpc>
                <a:spcPct val="110000"/>
              </a:lnSpc>
              <a:spcBef>
                <a:spcPts val="0"/>
              </a:spcBef>
              <a:spcAft>
                <a:spcPts val="0"/>
              </a:spcAft>
              <a:buNone/>
              <a:defRPr sz="1843" b="0">
                <a:solidFill>
                  <a:schemeClr val="tx1"/>
                </a:solidFill>
                <a:latin typeface="+mn-lt"/>
                <a:ea typeface="+mn-lt"/>
                <a:cs typeface="+mn-lt"/>
              </a:defRPr>
            </a:lvl2pPr>
            <a:lvl3pPr marL="0" indent="0" algn="ctr">
              <a:lnSpc>
                <a:spcPct val="110000"/>
              </a:lnSpc>
              <a:spcBef>
                <a:spcPts val="0"/>
              </a:spcBef>
              <a:spcAft>
                <a:spcPts val="0"/>
              </a:spcAft>
              <a:buNone/>
              <a:defRPr sz="1843" b="0">
                <a:solidFill>
                  <a:schemeClr val="tx1"/>
                </a:solidFill>
                <a:latin typeface="+mn-lt"/>
                <a:ea typeface="+mn-lt"/>
                <a:cs typeface="+mn-lt"/>
              </a:defRPr>
            </a:lvl3pPr>
            <a:lvl4pPr marL="0" indent="0" algn="ctr">
              <a:lnSpc>
                <a:spcPct val="110000"/>
              </a:lnSpc>
              <a:spcBef>
                <a:spcPts val="0"/>
              </a:spcBef>
              <a:spcAft>
                <a:spcPts val="0"/>
              </a:spcAft>
              <a:buNone/>
              <a:defRPr sz="1843" b="0">
                <a:solidFill>
                  <a:schemeClr val="tx1"/>
                </a:solidFill>
                <a:latin typeface="+mn-lt"/>
                <a:ea typeface="+mn-lt"/>
                <a:cs typeface="+mn-lt"/>
              </a:defRPr>
            </a:lvl4pPr>
            <a:lvl5pPr marL="0" indent="0" algn="ctr">
              <a:lnSpc>
                <a:spcPct val="110000"/>
              </a:lnSpc>
              <a:spcBef>
                <a:spcPts val="0"/>
              </a:spcBef>
              <a:spcAft>
                <a:spcPts val="0"/>
              </a:spcAft>
              <a:buNone/>
              <a:defRPr sz="1843" b="0">
                <a:solidFill>
                  <a:schemeClr val="tx1"/>
                </a:solidFill>
                <a:latin typeface="+mn-lt"/>
                <a:ea typeface="+mn-lt"/>
                <a:cs typeface="+mn-lt"/>
              </a:defRPr>
            </a:lvl5pPr>
            <a:lvl6pPr marL="0" indent="0" algn="ctr">
              <a:lnSpc>
                <a:spcPct val="110000"/>
              </a:lnSpc>
              <a:spcBef>
                <a:spcPts val="0"/>
              </a:spcBef>
              <a:spcAft>
                <a:spcPts val="0"/>
              </a:spcAft>
              <a:buNone/>
              <a:defRPr sz="1843" b="0">
                <a:solidFill>
                  <a:schemeClr val="tx1"/>
                </a:solidFill>
                <a:latin typeface="+mn-lt"/>
                <a:ea typeface="+mn-lt"/>
                <a:cs typeface="+mn-lt"/>
              </a:defRPr>
            </a:lvl6pPr>
            <a:lvl7pPr marL="0" indent="0" algn="ctr">
              <a:lnSpc>
                <a:spcPct val="110000"/>
              </a:lnSpc>
              <a:spcBef>
                <a:spcPts val="0"/>
              </a:spcBef>
              <a:spcAft>
                <a:spcPts val="0"/>
              </a:spcAft>
              <a:buNone/>
              <a:defRPr sz="1843" b="0">
                <a:solidFill>
                  <a:schemeClr val="tx1"/>
                </a:solidFill>
                <a:latin typeface="+mn-lt"/>
                <a:ea typeface="+mn-lt"/>
                <a:cs typeface="+mn-lt"/>
              </a:defRPr>
            </a:lvl7pPr>
            <a:lvl8pPr marL="0" indent="0" algn="ctr">
              <a:lnSpc>
                <a:spcPct val="110000"/>
              </a:lnSpc>
              <a:spcBef>
                <a:spcPts val="0"/>
              </a:spcBef>
              <a:spcAft>
                <a:spcPts val="0"/>
              </a:spcAft>
              <a:buNone/>
              <a:defRPr sz="1843" b="0">
                <a:solidFill>
                  <a:schemeClr val="tx1"/>
                </a:solidFill>
                <a:latin typeface="+mn-lt"/>
                <a:ea typeface="+mn-lt"/>
                <a:cs typeface="+mn-lt"/>
              </a:defRPr>
            </a:lvl8pPr>
            <a:lvl9pPr marL="0" indent="0" algn="ctr">
              <a:lnSpc>
                <a:spcPct val="110000"/>
              </a:lnSpc>
              <a:spcBef>
                <a:spcPts val="0"/>
              </a:spcBef>
              <a:spcAft>
                <a:spcPts val="0"/>
              </a:spcAft>
              <a:buNone/>
              <a:defRPr sz="1843"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5036F9F-3E6A-4FDD-9DBF-22A6171B351A}"/>
              </a:ext>
            </a:extLst>
          </p:cNvPr>
          <p:cNvSpPr>
            <a:spLocks noGrp="1"/>
          </p:cNvSpPr>
          <p:nvPr>
            <p:ph type="title"/>
          </p:nvPr>
        </p:nvSpPr>
        <p:spPr>
          <a:xfrm>
            <a:off x="1070610" y="2508250"/>
            <a:ext cx="8564880" cy="1003300"/>
          </a:xfrm>
          <a:prstGeom prst="rect">
            <a:avLst/>
          </a:prstGeom>
          <a:noFill/>
          <a:ln>
            <a:noFill/>
            <a:prstDash val="solid"/>
          </a:ln>
        </p:spPr>
        <p:txBody>
          <a:bodyPr wrap="square" lIns="0" tIns="0" rIns="0" bIns="0" anchor="ctr">
            <a:normAutofit/>
          </a:bodyPr>
          <a:lstStyle>
            <a:defPPr algn="ctr">
              <a:defRPr sz="3687" b="1">
                <a:solidFill>
                  <a:schemeClr val="tx1"/>
                </a:solidFill>
                <a:latin typeface="+mj-lt"/>
                <a:ea typeface="+mj-lt"/>
                <a:cs typeface="+mj-lt"/>
              </a:defRPr>
            </a:defPPr>
            <a:lvl1pPr marL="0" indent="0" algn="ctr">
              <a:lnSpc>
                <a:spcPct val="110000"/>
              </a:lnSpc>
              <a:spcBef>
                <a:spcPts val="0"/>
              </a:spcBef>
              <a:spcAft>
                <a:spcPts val="0"/>
              </a:spcAft>
              <a:buNone/>
              <a:defRPr sz="3687" b="1">
                <a:solidFill>
                  <a:schemeClr val="tx1"/>
                </a:solidFill>
                <a:latin typeface="+mj-lt"/>
                <a:ea typeface="+mj-lt"/>
                <a:cs typeface="+mj-lt"/>
              </a:defRPr>
            </a:lvl1pPr>
            <a:lvl2pPr marL="0" indent="0" algn="ctr">
              <a:lnSpc>
                <a:spcPct val="110000"/>
              </a:lnSpc>
              <a:spcBef>
                <a:spcPts val="0"/>
              </a:spcBef>
              <a:spcAft>
                <a:spcPts val="0"/>
              </a:spcAft>
              <a:buNone/>
              <a:defRPr sz="3687" b="1">
                <a:solidFill>
                  <a:schemeClr val="tx1"/>
                </a:solidFill>
                <a:latin typeface="+mj-lt"/>
                <a:ea typeface="+mj-lt"/>
                <a:cs typeface="+mj-lt"/>
              </a:defRPr>
            </a:lvl2pPr>
            <a:lvl3pPr marL="0" indent="0" algn="ctr">
              <a:lnSpc>
                <a:spcPct val="110000"/>
              </a:lnSpc>
              <a:spcBef>
                <a:spcPts val="0"/>
              </a:spcBef>
              <a:spcAft>
                <a:spcPts val="0"/>
              </a:spcAft>
              <a:buNone/>
              <a:defRPr sz="3687" b="1">
                <a:solidFill>
                  <a:schemeClr val="tx1"/>
                </a:solidFill>
                <a:latin typeface="+mj-lt"/>
                <a:ea typeface="+mj-lt"/>
                <a:cs typeface="+mj-lt"/>
              </a:defRPr>
            </a:lvl3pPr>
            <a:lvl4pPr marL="0" indent="0" algn="ctr">
              <a:lnSpc>
                <a:spcPct val="110000"/>
              </a:lnSpc>
              <a:spcBef>
                <a:spcPts val="0"/>
              </a:spcBef>
              <a:spcAft>
                <a:spcPts val="0"/>
              </a:spcAft>
              <a:buNone/>
              <a:defRPr sz="3687" b="1">
                <a:solidFill>
                  <a:schemeClr val="tx1"/>
                </a:solidFill>
                <a:latin typeface="+mj-lt"/>
                <a:ea typeface="+mj-lt"/>
                <a:cs typeface="+mj-lt"/>
              </a:defRPr>
            </a:lvl4pPr>
            <a:lvl5pPr marL="0" indent="0" algn="ctr">
              <a:lnSpc>
                <a:spcPct val="110000"/>
              </a:lnSpc>
              <a:spcBef>
                <a:spcPts val="0"/>
              </a:spcBef>
              <a:spcAft>
                <a:spcPts val="0"/>
              </a:spcAft>
              <a:buNone/>
              <a:defRPr sz="3687" b="1">
                <a:solidFill>
                  <a:schemeClr val="tx1"/>
                </a:solidFill>
                <a:latin typeface="+mj-lt"/>
                <a:ea typeface="+mj-lt"/>
                <a:cs typeface="+mj-lt"/>
              </a:defRPr>
            </a:lvl5pPr>
            <a:lvl6pPr marL="0" indent="0" algn="ctr">
              <a:lnSpc>
                <a:spcPct val="110000"/>
              </a:lnSpc>
              <a:spcBef>
                <a:spcPts val="0"/>
              </a:spcBef>
              <a:spcAft>
                <a:spcPts val="0"/>
              </a:spcAft>
              <a:buNone/>
              <a:defRPr sz="3687" b="1">
                <a:solidFill>
                  <a:schemeClr val="tx1"/>
                </a:solidFill>
                <a:latin typeface="+mj-lt"/>
                <a:ea typeface="+mj-lt"/>
                <a:cs typeface="+mj-lt"/>
              </a:defRPr>
            </a:lvl6pPr>
            <a:lvl7pPr marL="0" indent="0" algn="ctr">
              <a:lnSpc>
                <a:spcPct val="110000"/>
              </a:lnSpc>
              <a:spcBef>
                <a:spcPts val="0"/>
              </a:spcBef>
              <a:spcAft>
                <a:spcPts val="0"/>
              </a:spcAft>
              <a:buNone/>
              <a:defRPr sz="3687" b="1">
                <a:solidFill>
                  <a:schemeClr val="tx1"/>
                </a:solidFill>
                <a:latin typeface="+mj-lt"/>
                <a:ea typeface="+mj-lt"/>
                <a:cs typeface="+mj-lt"/>
              </a:defRPr>
            </a:lvl7pPr>
            <a:lvl8pPr marL="0" indent="0" algn="ctr">
              <a:lnSpc>
                <a:spcPct val="110000"/>
              </a:lnSpc>
              <a:spcBef>
                <a:spcPts val="0"/>
              </a:spcBef>
              <a:spcAft>
                <a:spcPts val="0"/>
              </a:spcAft>
              <a:buNone/>
              <a:defRPr sz="3687" b="1">
                <a:solidFill>
                  <a:schemeClr val="tx1"/>
                </a:solidFill>
                <a:latin typeface="+mj-lt"/>
                <a:ea typeface="+mj-lt"/>
                <a:cs typeface="+mj-lt"/>
              </a:defRPr>
            </a:lvl8pPr>
            <a:lvl9pPr marL="0" indent="0" algn="ctr">
              <a:lnSpc>
                <a:spcPct val="110000"/>
              </a:lnSpc>
              <a:spcBef>
                <a:spcPts val="0"/>
              </a:spcBef>
              <a:spcAft>
                <a:spcPts val="0"/>
              </a:spcAft>
              <a:buNone/>
              <a:defRPr sz="3687"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1DAEE94-810B-418B-A278-E7567B6A40E1}"/>
              </a:ext>
            </a:extLst>
          </p:cNvPr>
          <p:cNvSpPr>
            <a:spLocks noGrp="1"/>
          </p:cNvSpPr>
          <p:nvPr>
            <p:ph type="title"/>
          </p:nvPr>
        </p:nvSpPr>
        <p:spPr>
          <a:xfrm>
            <a:off x="602218" y="468207"/>
            <a:ext cx="9501664" cy="735753"/>
          </a:xfrm>
          <a:prstGeom prst="rect">
            <a:avLst/>
          </a:prstGeom>
          <a:noFill/>
          <a:ln>
            <a:noFill/>
            <a:prstDash val="solid"/>
          </a:ln>
        </p:spPr>
        <p:txBody>
          <a:bodyPr wrap="square" lIns="0" tIns="0" rIns="0" bIns="0" anchor="t">
            <a:normAutofit/>
          </a:bodyPr>
          <a:lstStyle>
            <a:defPPr algn="l">
              <a:defRPr sz="2897" b="1">
                <a:solidFill>
                  <a:schemeClr val="tx1"/>
                </a:solidFill>
                <a:latin typeface="+mj-lt"/>
                <a:ea typeface="+mj-lt"/>
                <a:cs typeface="+mj-lt"/>
              </a:defRPr>
            </a:defPPr>
            <a:lvl1pPr marL="0" indent="0" algn="l">
              <a:lnSpc>
                <a:spcPct val="110000"/>
              </a:lnSpc>
              <a:spcBef>
                <a:spcPts val="0"/>
              </a:spcBef>
              <a:spcAft>
                <a:spcPts val="0"/>
              </a:spcAft>
              <a:buNone/>
              <a:defRPr sz="2897" b="1">
                <a:solidFill>
                  <a:schemeClr val="tx1"/>
                </a:solidFill>
                <a:latin typeface="+mj-lt"/>
                <a:ea typeface="+mj-lt"/>
                <a:cs typeface="+mj-lt"/>
              </a:defRPr>
            </a:lvl1pPr>
            <a:lvl2pPr marL="0" indent="0" algn="l">
              <a:lnSpc>
                <a:spcPct val="110000"/>
              </a:lnSpc>
              <a:spcBef>
                <a:spcPts val="0"/>
              </a:spcBef>
              <a:spcAft>
                <a:spcPts val="0"/>
              </a:spcAft>
              <a:buNone/>
              <a:defRPr sz="2897" b="1">
                <a:solidFill>
                  <a:schemeClr val="tx1"/>
                </a:solidFill>
                <a:latin typeface="+mj-lt"/>
                <a:ea typeface="+mj-lt"/>
                <a:cs typeface="+mj-lt"/>
              </a:defRPr>
            </a:lvl2pPr>
            <a:lvl3pPr marL="0" indent="0" algn="l">
              <a:lnSpc>
                <a:spcPct val="110000"/>
              </a:lnSpc>
              <a:spcBef>
                <a:spcPts val="0"/>
              </a:spcBef>
              <a:spcAft>
                <a:spcPts val="0"/>
              </a:spcAft>
              <a:buNone/>
              <a:defRPr sz="2897" b="1">
                <a:solidFill>
                  <a:schemeClr val="tx1"/>
                </a:solidFill>
                <a:latin typeface="+mj-lt"/>
                <a:ea typeface="+mj-lt"/>
                <a:cs typeface="+mj-lt"/>
              </a:defRPr>
            </a:lvl3pPr>
            <a:lvl4pPr marL="0" indent="0" algn="l">
              <a:lnSpc>
                <a:spcPct val="110000"/>
              </a:lnSpc>
              <a:spcBef>
                <a:spcPts val="0"/>
              </a:spcBef>
              <a:spcAft>
                <a:spcPts val="0"/>
              </a:spcAft>
              <a:buNone/>
              <a:defRPr sz="2897" b="1">
                <a:solidFill>
                  <a:schemeClr val="tx1"/>
                </a:solidFill>
                <a:latin typeface="+mj-lt"/>
                <a:ea typeface="+mj-lt"/>
                <a:cs typeface="+mj-lt"/>
              </a:defRPr>
            </a:lvl4pPr>
            <a:lvl5pPr marL="0" indent="0" algn="l">
              <a:lnSpc>
                <a:spcPct val="110000"/>
              </a:lnSpc>
              <a:spcBef>
                <a:spcPts val="0"/>
              </a:spcBef>
              <a:spcAft>
                <a:spcPts val="0"/>
              </a:spcAft>
              <a:buNone/>
              <a:defRPr sz="2897" b="1">
                <a:solidFill>
                  <a:schemeClr val="tx1"/>
                </a:solidFill>
                <a:latin typeface="+mj-lt"/>
                <a:ea typeface="+mj-lt"/>
                <a:cs typeface="+mj-lt"/>
              </a:defRPr>
            </a:lvl5pPr>
            <a:lvl6pPr marL="0" indent="0" algn="l">
              <a:lnSpc>
                <a:spcPct val="110000"/>
              </a:lnSpc>
              <a:spcBef>
                <a:spcPts val="0"/>
              </a:spcBef>
              <a:spcAft>
                <a:spcPts val="0"/>
              </a:spcAft>
              <a:buNone/>
              <a:defRPr sz="2897" b="1">
                <a:solidFill>
                  <a:schemeClr val="tx1"/>
                </a:solidFill>
                <a:latin typeface="+mj-lt"/>
                <a:ea typeface="+mj-lt"/>
                <a:cs typeface="+mj-lt"/>
              </a:defRPr>
            </a:lvl6pPr>
            <a:lvl7pPr marL="0" indent="0" algn="l">
              <a:lnSpc>
                <a:spcPct val="110000"/>
              </a:lnSpc>
              <a:spcBef>
                <a:spcPts val="0"/>
              </a:spcBef>
              <a:spcAft>
                <a:spcPts val="0"/>
              </a:spcAft>
              <a:buNone/>
              <a:defRPr sz="2897" b="1">
                <a:solidFill>
                  <a:schemeClr val="tx1"/>
                </a:solidFill>
                <a:latin typeface="+mj-lt"/>
                <a:ea typeface="+mj-lt"/>
                <a:cs typeface="+mj-lt"/>
              </a:defRPr>
            </a:lvl7pPr>
            <a:lvl8pPr marL="0" indent="0" algn="l">
              <a:lnSpc>
                <a:spcPct val="110000"/>
              </a:lnSpc>
              <a:spcBef>
                <a:spcPts val="0"/>
              </a:spcBef>
              <a:spcAft>
                <a:spcPts val="0"/>
              </a:spcAft>
              <a:buNone/>
              <a:defRPr sz="2897" b="1">
                <a:solidFill>
                  <a:schemeClr val="tx1"/>
                </a:solidFill>
                <a:latin typeface="+mj-lt"/>
                <a:ea typeface="+mj-lt"/>
                <a:cs typeface="+mj-lt"/>
              </a:defRPr>
            </a:lvl8pPr>
            <a:lvl9pPr marL="0" indent="0" algn="l">
              <a:lnSpc>
                <a:spcPct val="110000"/>
              </a:lnSpc>
              <a:spcBef>
                <a:spcPts val="0"/>
              </a:spcBef>
              <a:spcAft>
                <a:spcPts val="0"/>
              </a:spcAft>
              <a:buNone/>
              <a:defRPr sz="2897"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21014DF1-5AF6-4277-B07C-EBBE88A43E74}"/>
              </a:ext>
            </a:extLst>
          </p:cNvPr>
          <p:cNvSpPr>
            <a:spLocks noGrp="1"/>
          </p:cNvSpPr>
          <p:nvPr>
            <p:ph type="body" idx="1"/>
          </p:nvPr>
        </p:nvSpPr>
        <p:spPr>
          <a:xfrm>
            <a:off x="602218" y="1672167"/>
            <a:ext cx="9501664" cy="3745653"/>
          </a:xfrm>
          <a:prstGeom prst="rect">
            <a:avLst/>
          </a:prstGeom>
          <a:noFill/>
          <a:ln>
            <a:noFill/>
            <a:prstDash val="solid"/>
          </a:ln>
        </p:spPr>
        <p:txBody>
          <a:bodyPr wrap="square" lIns="0" tIns="0" rIns="0" bIns="0" anchor="t">
            <a:normAutofit/>
          </a:bodyPr>
          <a:lstStyle>
            <a:defPPr algn="l">
              <a:defRPr sz="1975" b="0">
                <a:solidFill>
                  <a:schemeClr val="tx1"/>
                </a:solidFill>
                <a:latin typeface="+mn-lt"/>
                <a:ea typeface="+mn-lt"/>
                <a:cs typeface="+mn-lt"/>
              </a:defRPr>
            </a:defPPr>
            <a:lvl1pPr marL="200660" indent="-200660" algn="l">
              <a:lnSpc>
                <a:spcPct val="110000"/>
              </a:lnSpc>
              <a:spcBef>
                <a:spcPts val="0"/>
              </a:spcBef>
              <a:spcAft>
                <a:spcPts val="1053"/>
              </a:spcAft>
              <a:buChar char="•"/>
              <a:defRPr sz="1975" b="0">
                <a:solidFill>
                  <a:schemeClr val="tx1"/>
                </a:solidFill>
                <a:latin typeface="+mn-lt"/>
                <a:ea typeface="+mn-lt"/>
                <a:cs typeface="+mn-lt"/>
              </a:defRPr>
            </a:lvl1pPr>
            <a:lvl2pPr marL="468207" indent="-200660" algn="l">
              <a:lnSpc>
                <a:spcPct val="110000"/>
              </a:lnSpc>
              <a:spcBef>
                <a:spcPts val="0"/>
              </a:spcBef>
              <a:spcAft>
                <a:spcPts val="1053"/>
              </a:spcAft>
              <a:buChar char="•"/>
              <a:defRPr sz="1975" b="0">
                <a:solidFill>
                  <a:schemeClr val="tx1"/>
                </a:solidFill>
                <a:latin typeface="+mn-lt"/>
                <a:ea typeface="+mn-lt"/>
                <a:cs typeface="+mn-lt"/>
              </a:defRPr>
            </a:lvl2pPr>
            <a:lvl3pPr marL="735753" indent="-200660" algn="l">
              <a:lnSpc>
                <a:spcPct val="110000"/>
              </a:lnSpc>
              <a:spcBef>
                <a:spcPts val="0"/>
              </a:spcBef>
              <a:spcAft>
                <a:spcPts val="1053"/>
              </a:spcAft>
              <a:buChar char="•"/>
              <a:defRPr sz="1975" b="0">
                <a:solidFill>
                  <a:schemeClr val="tx1"/>
                </a:solidFill>
                <a:latin typeface="+mn-lt"/>
                <a:ea typeface="+mn-lt"/>
                <a:cs typeface="+mn-lt"/>
              </a:defRPr>
            </a:lvl3pPr>
            <a:lvl4pPr marL="1003300" indent="-200660" algn="l">
              <a:lnSpc>
                <a:spcPct val="110000"/>
              </a:lnSpc>
              <a:spcBef>
                <a:spcPts val="0"/>
              </a:spcBef>
              <a:spcAft>
                <a:spcPts val="1053"/>
              </a:spcAft>
              <a:buChar char="•"/>
              <a:defRPr sz="1975" b="0">
                <a:solidFill>
                  <a:schemeClr val="tx1"/>
                </a:solidFill>
                <a:latin typeface="+mn-lt"/>
                <a:ea typeface="+mn-lt"/>
                <a:cs typeface="+mn-lt"/>
              </a:defRPr>
            </a:lvl4pPr>
            <a:lvl5pPr marL="1270847" indent="-200660" algn="l">
              <a:lnSpc>
                <a:spcPct val="110000"/>
              </a:lnSpc>
              <a:spcBef>
                <a:spcPts val="0"/>
              </a:spcBef>
              <a:spcAft>
                <a:spcPts val="1053"/>
              </a:spcAft>
              <a:buChar char="•"/>
              <a:defRPr sz="1975" b="0">
                <a:solidFill>
                  <a:schemeClr val="tx1"/>
                </a:solidFill>
                <a:latin typeface="+mn-lt"/>
                <a:ea typeface="+mn-lt"/>
                <a:cs typeface="+mn-lt"/>
              </a:defRPr>
            </a:lvl5pPr>
            <a:lvl6pPr marL="1538393" indent="-200660" algn="l">
              <a:lnSpc>
                <a:spcPct val="110000"/>
              </a:lnSpc>
              <a:spcBef>
                <a:spcPts val="0"/>
              </a:spcBef>
              <a:spcAft>
                <a:spcPts val="1053"/>
              </a:spcAft>
              <a:buChar char="•"/>
              <a:defRPr sz="1975" b="0">
                <a:solidFill>
                  <a:schemeClr val="tx1"/>
                </a:solidFill>
                <a:latin typeface="+mn-lt"/>
                <a:ea typeface="+mn-lt"/>
                <a:cs typeface="+mn-lt"/>
              </a:defRPr>
            </a:lvl6pPr>
            <a:lvl7pPr marL="1805940" indent="-200660" algn="l">
              <a:lnSpc>
                <a:spcPct val="110000"/>
              </a:lnSpc>
              <a:spcBef>
                <a:spcPts val="0"/>
              </a:spcBef>
              <a:spcAft>
                <a:spcPts val="1053"/>
              </a:spcAft>
              <a:buChar char="•"/>
              <a:defRPr sz="1975" b="0">
                <a:solidFill>
                  <a:schemeClr val="tx1"/>
                </a:solidFill>
                <a:latin typeface="+mn-lt"/>
                <a:ea typeface="+mn-lt"/>
                <a:cs typeface="+mn-lt"/>
              </a:defRPr>
            </a:lvl7pPr>
            <a:lvl8pPr marL="2073487" indent="-200660" algn="l">
              <a:lnSpc>
                <a:spcPct val="110000"/>
              </a:lnSpc>
              <a:spcBef>
                <a:spcPts val="0"/>
              </a:spcBef>
              <a:spcAft>
                <a:spcPts val="1053"/>
              </a:spcAft>
              <a:buChar char="•"/>
              <a:defRPr sz="1975" b="0">
                <a:solidFill>
                  <a:schemeClr val="tx1"/>
                </a:solidFill>
                <a:latin typeface="+mn-lt"/>
                <a:ea typeface="+mn-lt"/>
                <a:cs typeface="+mn-lt"/>
              </a:defRPr>
            </a:lvl8pPr>
            <a:lvl9pPr marL="2341033" indent="-200660" algn="l">
              <a:lnSpc>
                <a:spcPct val="110000"/>
              </a:lnSpc>
              <a:spcBef>
                <a:spcPts val="0"/>
              </a:spcBef>
              <a:spcAft>
                <a:spcPts val="1053"/>
              </a:spcAft>
              <a:buChar char="•"/>
              <a:defRPr sz="1975"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07BCCFC-C0DD-4E9D-B035-2BFEBCCA8F1B}"/>
              </a:ext>
            </a:extLst>
          </p:cNvPr>
          <p:cNvSpPr>
            <a:spLocks noGrp="1"/>
          </p:cNvSpPr>
          <p:nvPr>
            <p:ph type="title"/>
          </p:nvPr>
        </p:nvSpPr>
        <p:spPr>
          <a:xfrm>
            <a:off x="602218" y="468207"/>
            <a:ext cx="9501664" cy="735753"/>
          </a:xfrm>
          <a:prstGeom prst="rect">
            <a:avLst/>
          </a:prstGeom>
          <a:noFill/>
          <a:ln>
            <a:noFill/>
            <a:prstDash val="solid"/>
          </a:ln>
        </p:spPr>
        <p:txBody>
          <a:bodyPr wrap="square" lIns="0" tIns="0" rIns="0" bIns="0" anchor="t">
            <a:normAutofit/>
          </a:bodyPr>
          <a:lstStyle>
            <a:defPPr algn="l">
              <a:defRPr sz="2897" b="1">
                <a:solidFill>
                  <a:schemeClr val="tx1"/>
                </a:solidFill>
                <a:latin typeface="+mj-lt"/>
                <a:ea typeface="+mj-lt"/>
                <a:cs typeface="+mj-lt"/>
              </a:defRPr>
            </a:defPPr>
            <a:lvl1pPr marL="0" indent="0" algn="l">
              <a:lnSpc>
                <a:spcPct val="110000"/>
              </a:lnSpc>
              <a:spcBef>
                <a:spcPts val="0"/>
              </a:spcBef>
              <a:spcAft>
                <a:spcPts val="0"/>
              </a:spcAft>
              <a:buNone/>
              <a:defRPr sz="2897" b="1">
                <a:solidFill>
                  <a:schemeClr val="tx1"/>
                </a:solidFill>
                <a:latin typeface="+mj-lt"/>
                <a:ea typeface="+mj-lt"/>
                <a:cs typeface="+mj-lt"/>
              </a:defRPr>
            </a:lvl1pPr>
            <a:lvl2pPr marL="0" indent="0" algn="l">
              <a:lnSpc>
                <a:spcPct val="110000"/>
              </a:lnSpc>
              <a:spcBef>
                <a:spcPts val="0"/>
              </a:spcBef>
              <a:spcAft>
                <a:spcPts val="0"/>
              </a:spcAft>
              <a:buNone/>
              <a:defRPr sz="2897" b="1">
                <a:solidFill>
                  <a:schemeClr val="tx1"/>
                </a:solidFill>
                <a:latin typeface="+mj-lt"/>
                <a:ea typeface="+mj-lt"/>
                <a:cs typeface="+mj-lt"/>
              </a:defRPr>
            </a:lvl2pPr>
            <a:lvl3pPr marL="0" indent="0" algn="l">
              <a:lnSpc>
                <a:spcPct val="110000"/>
              </a:lnSpc>
              <a:spcBef>
                <a:spcPts val="0"/>
              </a:spcBef>
              <a:spcAft>
                <a:spcPts val="0"/>
              </a:spcAft>
              <a:buNone/>
              <a:defRPr sz="2897" b="1">
                <a:solidFill>
                  <a:schemeClr val="tx1"/>
                </a:solidFill>
                <a:latin typeface="+mj-lt"/>
                <a:ea typeface="+mj-lt"/>
                <a:cs typeface="+mj-lt"/>
              </a:defRPr>
            </a:lvl3pPr>
            <a:lvl4pPr marL="0" indent="0" algn="l">
              <a:lnSpc>
                <a:spcPct val="110000"/>
              </a:lnSpc>
              <a:spcBef>
                <a:spcPts val="0"/>
              </a:spcBef>
              <a:spcAft>
                <a:spcPts val="0"/>
              </a:spcAft>
              <a:buNone/>
              <a:defRPr sz="2897" b="1">
                <a:solidFill>
                  <a:schemeClr val="tx1"/>
                </a:solidFill>
                <a:latin typeface="+mj-lt"/>
                <a:ea typeface="+mj-lt"/>
                <a:cs typeface="+mj-lt"/>
              </a:defRPr>
            </a:lvl4pPr>
            <a:lvl5pPr marL="0" indent="0" algn="l">
              <a:lnSpc>
                <a:spcPct val="110000"/>
              </a:lnSpc>
              <a:spcBef>
                <a:spcPts val="0"/>
              </a:spcBef>
              <a:spcAft>
                <a:spcPts val="0"/>
              </a:spcAft>
              <a:buNone/>
              <a:defRPr sz="2897" b="1">
                <a:solidFill>
                  <a:schemeClr val="tx1"/>
                </a:solidFill>
                <a:latin typeface="+mj-lt"/>
                <a:ea typeface="+mj-lt"/>
                <a:cs typeface="+mj-lt"/>
              </a:defRPr>
            </a:lvl5pPr>
            <a:lvl6pPr marL="0" indent="0" algn="l">
              <a:lnSpc>
                <a:spcPct val="110000"/>
              </a:lnSpc>
              <a:spcBef>
                <a:spcPts val="0"/>
              </a:spcBef>
              <a:spcAft>
                <a:spcPts val="0"/>
              </a:spcAft>
              <a:buNone/>
              <a:defRPr sz="2897" b="1">
                <a:solidFill>
                  <a:schemeClr val="tx1"/>
                </a:solidFill>
                <a:latin typeface="+mj-lt"/>
                <a:ea typeface="+mj-lt"/>
                <a:cs typeface="+mj-lt"/>
              </a:defRPr>
            </a:lvl6pPr>
            <a:lvl7pPr marL="0" indent="0" algn="l">
              <a:lnSpc>
                <a:spcPct val="110000"/>
              </a:lnSpc>
              <a:spcBef>
                <a:spcPts val="0"/>
              </a:spcBef>
              <a:spcAft>
                <a:spcPts val="0"/>
              </a:spcAft>
              <a:buNone/>
              <a:defRPr sz="2897" b="1">
                <a:solidFill>
                  <a:schemeClr val="tx1"/>
                </a:solidFill>
                <a:latin typeface="+mj-lt"/>
                <a:ea typeface="+mj-lt"/>
                <a:cs typeface="+mj-lt"/>
              </a:defRPr>
            </a:lvl7pPr>
            <a:lvl8pPr marL="0" indent="0" algn="l">
              <a:lnSpc>
                <a:spcPct val="110000"/>
              </a:lnSpc>
              <a:spcBef>
                <a:spcPts val="0"/>
              </a:spcBef>
              <a:spcAft>
                <a:spcPts val="0"/>
              </a:spcAft>
              <a:buNone/>
              <a:defRPr sz="2897" b="1">
                <a:solidFill>
                  <a:schemeClr val="tx1"/>
                </a:solidFill>
                <a:latin typeface="+mj-lt"/>
                <a:ea typeface="+mj-lt"/>
                <a:cs typeface="+mj-lt"/>
              </a:defRPr>
            </a:lvl8pPr>
            <a:lvl9pPr marL="0" indent="0" algn="l">
              <a:lnSpc>
                <a:spcPct val="110000"/>
              </a:lnSpc>
              <a:spcBef>
                <a:spcPts val="0"/>
              </a:spcBef>
              <a:spcAft>
                <a:spcPts val="0"/>
              </a:spcAft>
              <a:buNone/>
              <a:defRPr sz="2897"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83E5109-0944-4488-A726-C30AA32CBCC0}"/>
              </a:ext>
            </a:extLst>
          </p:cNvPr>
          <p:cNvSpPr>
            <a:spLocks noGrp="1"/>
          </p:cNvSpPr>
          <p:nvPr>
            <p:ph type="body" idx="1"/>
          </p:nvPr>
        </p:nvSpPr>
        <p:spPr>
          <a:xfrm>
            <a:off x="602218" y="1672167"/>
            <a:ext cx="4416266" cy="3745653"/>
          </a:xfrm>
          <a:prstGeom prst="rect">
            <a:avLst/>
          </a:prstGeom>
          <a:noFill/>
          <a:ln>
            <a:noFill/>
            <a:prstDash val="solid"/>
          </a:ln>
        </p:spPr>
        <p:txBody>
          <a:bodyPr wrap="square" lIns="0" tIns="0" rIns="0" bIns="0" anchor="t">
            <a:normAutofit/>
          </a:bodyPr>
          <a:lstStyle>
            <a:defPPr algn="l">
              <a:defRPr sz="1843" b="0">
                <a:solidFill>
                  <a:schemeClr val="tx1"/>
                </a:solidFill>
                <a:latin typeface="+mn-lt"/>
                <a:ea typeface="+mn-lt"/>
                <a:cs typeface="+mn-lt"/>
              </a:defRPr>
            </a:defPPr>
            <a:lvl1pPr marL="200660" indent="-200660" algn="l">
              <a:lnSpc>
                <a:spcPct val="110000"/>
              </a:lnSpc>
              <a:spcBef>
                <a:spcPts val="0"/>
              </a:spcBef>
              <a:spcAft>
                <a:spcPts val="1053"/>
              </a:spcAft>
              <a:buChar char="•"/>
              <a:defRPr sz="1843" b="0">
                <a:solidFill>
                  <a:schemeClr val="tx1"/>
                </a:solidFill>
                <a:latin typeface="+mn-lt"/>
                <a:ea typeface="+mn-lt"/>
                <a:cs typeface="+mn-lt"/>
              </a:defRPr>
            </a:lvl1pPr>
            <a:lvl2pPr marL="468207" indent="-200660" algn="l">
              <a:lnSpc>
                <a:spcPct val="110000"/>
              </a:lnSpc>
              <a:spcBef>
                <a:spcPts val="0"/>
              </a:spcBef>
              <a:spcAft>
                <a:spcPts val="1053"/>
              </a:spcAft>
              <a:buChar char="•"/>
              <a:defRPr sz="1843" b="0">
                <a:solidFill>
                  <a:schemeClr val="tx1"/>
                </a:solidFill>
                <a:latin typeface="+mn-lt"/>
                <a:ea typeface="+mn-lt"/>
                <a:cs typeface="+mn-lt"/>
              </a:defRPr>
            </a:lvl2pPr>
            <a:lvl3pPr marL="735753" indent="-200660" algn="l">
              <a:lnSpc>
                <a:spcPct val="110000"/>
              </a:lnSpc>
              <a:spcBef>
                <a:spcPts val="0"/>
              </a:spcBef>
              <a:spcAft>
                <a:spcPts val="1053"/>
              </a:spcAft>
              <a:buChar char="•"/>
              <a:defRPr sz="1843" b="0">
                <a:solidFill>
                  <a:schemeClr val="tx1"/>
                </a:solidFill>
                <a:latin typeface="+mn-lt"/>
                <a:ea typeface="+mn-lt"/>
                <a:cs typeface="+mn-lt"/>
              </a:defRPr>
            </a:lvl3pPr>
            <a:lvl4pPr marL="1003300" indent="-200660" algn="l">
              <a:lnSpc>
                <a:spcPct val="110000"/>
              </a:lnSpc>
              <a:spcBef>
                <a:spcPts val="0"/>
              </a:spcBef>
              <a:spcAft>
                <a:spcPts val="1053"/>
              </a:spcAft>
              <a:buChar char="•"/>
              <a:defRPr sz="1843" b="0">
                <a:solidFill>
                  <a:schemeClr val="tx1"/>
                </a:solidFill>
                <a:latin typeface="+mn-lt"/>
                <a:ea typeface="+mn-lt"/>
                <a:cs typeface="+mn-lt"/>
              </a:defRPr>
            </a:lvl4pPr>
            <a:lvl5pPr marL="1270847" indent="-200660" algn="l">
              <a:lnSpc>
                <a:spcPct val="110000"/>
              </a:lnSpc>
              <a:spcBef>
                <a:spcPts val="0"/>
              </a:spcBef>
              <a:spcAft>
                <a:spcPts val="1053"/>
              </a:spcAft>
              <a:buChar char="•"/>
              <a:defRPr sz="1843" b="0">
                <a:solidFill>
                  <a:schemeClr val="tx1"/>
                </a:solidFill>
                <a:latin typeface="+mn-lt"/>
                <a:ea typeface="+mn-lt"/>
                <a:cs typeface="+mn-lt"/>
              </a:defRPr>
            </a:lvl5pPr>
            <a:lvl6pPr marL="1538393" indent="-200660" algn="l">
              <a:lnSpc>
                <a:spcPct val="110000"/>
              </a:lnSpc>
              <a:spcBef>
                <a:spcPts val="0"/>
              </a:spcBef>
              <a:spcAft>
                <a:spcPts val="1053"/>
              </a:spcAft>
              <a:buChar char="•"/>
              <a:defRPr sz="1843" b="0">
                <a:solidFill>
                  <a:schemeClr val="tx1"/>
                </a:solidFill>
                <a:latin typeface="+mn-lt"/>
                <a:ea typeface="+mn-lt"/>
                <a:cs typeface="+mn-lt"/>
              </a:defRPr>
            </a:lvl6pPr>
            <a:lvl7pPr marL="1805940" indent="-200660" algn="l">
              <a:lnSpc>
                <a:spcPct val="110000"/>
              </a:lnSpc>
              <a:spcBef>
                <a:spcPts val="0"/>
              </a:spcBef>
              <a:spcAft>
                <a:spcPts val="1053"/>
              </a:spcAft>
              <a:buChar char="•"/>
              <a:defRPr sz="1843" b="0">
                <a:solidFill>
                  <a:schemeClr val="tx1"/>
                </a:solidFill>
                <a:latin typeface="+mn-lt"/>
                <a:ea typeface="+mn-lt"/>
                <a:cs typeface="+mn-lt"/>
              </a:defRPr>
            </a:lvl7pPr>
            <a:lvl8pPr marL="2073487" indent="-200660" algn="l">
              <a:lnSpc>
                <a:spcPct val="110000"/>
              </a:lnSpc>
              <a:spcBef>
                <a:spcPts val="0"/>
              </a:spcBef>
              <a:spcAft>
                <a:spcPts val="1053"/>
              </a:spcAft>
              <a:buChar char="•"/>
              <a:defRPr sz="1843" b="0">
                <a:solidFill>
                  <a:schemeClr val="tx1"/>
                </a:solidFill>
                <a:latin typeface="+mn-lt"/>
                <a:ea typeface="+mn-lt"/>
                <a:cs typeface="+mn-lt"/>
              </a:defRPr>
            </a:lvl8pPr>
            <a:lvl9pPr marL="2341033" indent="-200660" algn="l">
              <a:lnSpc>
                <a:spcPct val="110000"/>
              </a:lnSpc>
              <a:spcBef>
                <a:spcPts val="0"/>
              </a:spcBef>
              <a:spcAft>
                <a:spcPts val="1053"/>
              </a:spcAft>
              <a:buChar char="•"/>
              <a:defRPr sz="1843"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C56BEDC4-4952-4A28-AC31-AB95FA561329}"/>
              </a:ext>
            </a:extLst>
          </p:cNvPr>
          <p:cNvSpPr>
            <a:spLocks noGrp="1"/>
          </p:cNvSpPr>
          <p:nvPr>
            <p:ph type="body" idx="2"/>
          </p:nvPr>
        </p:nvSpPr>
        <p:spPr>
          <a:xfrm>
            <a:off x="5687616" y="1672167"/>
            <a:ext cx="4416266" cy="3745653"/>
          </a:xfrm>
          <a:prstGeom prst="rect">
            <a:avLst/>
          </a:prstGeom>
          <a:noFill/>
          <a:ln>
            <a:noFill/>
            <a:prstDash val="solid"/>
          </a:ln>
        </p:spPr>
        <p:txBody>
          <a:bodyPr wrap="square" lIns="0" tIns="0" rIns="0" bIns="0" anchor="t">
            <a:normAutofit/>
          </a:bodyPr>
          <a:lstStyle>
            <a:defPPr algn="l">
              <a:defRPr sz="1843" b="0">
                <a:solidFill>
                  <a:schemeClr val="tx1"/>
                </a:solidFill>
                <a:latin typeface="+mn-lt"/>
                <a:ea typeface="+mn-lt"/>
                <a:cs typeface="+mn-lt"/>
              </a:defRPr>
            </a:defPPr>
            <a:lvl1pPr marL="200660" indent="-200660" algn="l">
              <a:lnSpc>
                <a:spcPct val="110000"/>
              </a:lnSpc>
              <a:spcBef>
                <a:spcPts val="0"/>
              </a:spcBef>
              <a:spcAft>
                <a:spcPts val="1053"/>
              </a:spcAft>
              <a:buChar char="•"/>
              <a:defRPr sz="1843" b="0">
                <a:solidFill>
                  <a:schemeClr val="tx1"/>
                </a:solidFill>
                <a:latin typeface="+mn-lt"/>
                <a:ea typeface="+mn-lt"/>
                <a:cs typeface="+mn-lt"/>
              </a:defRPr>
            </a:lvl1pPr>
            <a:lvl2pPr marL="468207" indent="-200660" algn="l">
              <a:lnSpc>
                <a:spcPct val="110000"/>
              </a:lnSpc>
              <a:spcBef>
                <a:spcPts val="0"/>
              </a:spcBef>
              <a:spcAft>
                <a:spcPts val="1053"/>
              </a:spcAft>
              <a:buChar char="•"/>
              <a:defRPr sz="1843" b="0">
                <a:solidFill>
                  <a:schemeClr val="tx1"/>
                </a:solidFill>
                <a:latin typeface="+mn-lt"/>
                <a:ea typeface="+mn-lt"/>
                <a:cs typeface="+mn-lt"/>
              </a:defRPr>
            </a:lvl2pPr>
            <a:lvl3pPr marL="735753" indent="-200660" algn="l">
              <a:lnSpc>
                <a:spcPct val="110000"/>
              </a:lnSpc>
              <a:spcBef>
                <a:spcPts val="0"/>
              </a:spcBef>
              <a:spcAft>
                <a:spcPts val="1053"/>
              </a:spcAft>
              <a:buChar char="•"/>
              <a:defRPr sz="1843" b="0">
                <a:solidFill>
                  <a:schemeClr val="tx1"/>
                </a:solidFill>
                <a:latin typeface="+mn-lt"/>
                <a:ea typeface="+mn-lt"/>
                <a:cs typeface="+mn-lt"/>
              </a:defRPr>
            </a:lvl3pPr>
            <a:lvl4pPr marL="1003300" indent="-200660" algn="l">
              <a:lnSpc>
                <a:spcPct val="110000"/>
              </a:lnSpc>
              <a:spcBef>
                <a:spcPts val="0"/>
              </a:spcBef>
              <a:spcAft>
                <a:spcPts val="1053"/>
              </a:spcAft>
              <a:buChar char="•"/>
              <a:defRPr sz="1843" b="0">
                <a:solidFill>
                  <a:schemeClr val="tx1"/>
                </a:solidFill>
                <a:latin typeface="+mn-lt"/>
                <a:ea typeface="+mn-lt"/>
                <a:cs typeface="+mn-lt"/>
              </a:defRPr>
            </a:lvl4pPr>
            <a:lvl5pPr marL="1270847" indent="-200660" algn="l">
              <a:lnSpc>
                <a:spcPct val="110000"/>
              </a:lnSpc>
              <a:spcBef>
                <a:spcPts val="0"/>
              </a:spcBef>
              <a:spcAft>
                <a:spcPts val="1053"/>
              </a:spcAft>
              <a:buChar char="•"/>
              <a:defRPr sz="1843" b="0">
                <a:solidFill>
                  <a:schemeClr val="tx1"/>
                </a:solidFill>
                <a:latin typeface="+mn-lt"/>
                <a:ea typeface="+mn-lt"/>
                <a:cs typeface="+mn-lt"/>
              </a:defRPr>
            </a:lvl5pPr>
            <a:lvl6pPr marL="1538393" indent="-200660" algn="l">
              <a:lnSpc>
                <a:spcPct val="110000"/>
              </a:lnSpc>
              <a:spcBef>
                <a:spcPts val="0"/>
              </a:spcBef>
              <a:spcAft>
                <a:spcPts val="1053"/>
              </a:spcAft>
              <a:buChar char="•"/>
              <a:defRPr sz="1843" b="0">
                <a:solidFill>
                  <a:schemeClr val="tx1"/>
                </a:solidFill>
                <a:latin typeface="+mn-lt"/>
                <a:ea typeface="+mn-lt"/>
                <a:cs typeface="+mn-lt"/>
              </a:defRPr>
            </a:lvl6pPr>
            <a:lvl7pPr marL="1805940" indent="-200660" algn="l">
              <a:lnSpc>
                <a:spcPct val="110000"/>
              </a:lnSpc>
              <a:spcBef>
                <a:spcPts val="0"/>
              </a:spcBef>
              <a:spcAft>
                <a:spcPts val="1053"/>
              </a:spcAft>
              <a:buChar char="•"/>
              <a:defRPr sz="1843" b="0">
                <a:solidFill>
                  <a:schemeClr val="tx1"/>
                </a:solidFill>
                <a:latin typeface="+mn-lt"/>
                <a:ea typeface="+mn-lt"/>
                <a:cs typeface="+mn-lt"/>
              </a:defRPr>
            </a:lvl7pPr>
            <a:lvl8pPr marL="2073487" indent="-200660" algn="l">
              <a:lnSpc>
                <a:spcPct val="110000"/>
              </a:lnSpc>
              <a:spcBef>
                <a:spcPts val="0"/>
              </a:spcBef>
              <a:spcAft>
                <a:spcPts val="1053"/>
              </a:spcAft>
              <a:buChar char="•"/>
              <a:defRPr sz="1843" b="0">
                <a:solidFill>
                  <a:schemeClr val="tx1"/>
                </a:solidFill>
                <a:latin typeface="+mn-lt"/>
                <a:ea typeface="+mn-lt"/>
                <a:cs typeface="+mn-lt"/>
              </a:defRPr>
            </a:lvl8pPr>
            <a:lvl9pPr marL="2341033" indent="-200660" algn="l">
              <a:lnSpc>
                <a:spcPct val="110000"/>
              </a:lnSpc>
              <a:spcBef>
                <a:spcPts val="0"/>
              </a:spcBef>
              <a:spcAft>
                <a:spcPts val="1053"/>
              </a:spcAft>
              <a:buChar char="•"/>
              <a:defRPr sz="1843"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F76B526-2FC2-4FB6-95DF-97CD07821189}"/>
              </a:ext>
            </a:extLst>
          </p:cNvPr>
          <p:cNvSpPr>
            <a:spLocks noGrp="1"/>
          </p:cNvSpPr>
          <p:nvPr>
            <p:ph type="title"/>
          </p:nvPr>
        </p:nvSpPr>
        <p:spPr>
          <a:xfrm>
            <a:off x="602218" y="468207"/>
            <a:ext cx="9501664" cy="735753"/>
          </a:xfrm>
          <a:prstGeom prst="rect">
            <a:avLst/>
          </a:prstGeom>
          <a:noFill/>
          <a:ln>
            <a:noFill/>
            <a:prstDash val="solid"/>
          </a:ln>
        </p:spPr>
        <p:txBody>
          <a:bodyPr wrap="square" lIns="0" tIns="0" rIns="0" bIns="0" anchor="t">
            <a:normAutofit/>
          </a:bodyPr>
          <a:lstStyle>
            <a:defPPr algn="l">
              <a:defRPr sz="2897" b="1">
                <a:solidFill>
                  <a:schemeClr val="tx1"/>
                </a:solidFill>
                <a:latin typeface="+mj-lt"/>
                <a:ea typeface="+mj-lt"/>
                <a:cs typeface="+mj-lt"/>
              </a:defRPr>
            </a:defPPr>
            <a:lvl1pPr marL="0" indent="0" algn="l">
              <a:lnSpc>
                <a:spcPct val="110000"/>
              </a:lnSpc>
              <a:spcBef>
                <a:spcPts val="0"/>
              </a:spcBef>
              <a:spcAft>
                <a:spcPts val="0"/>
              </a:spcAft>
              <a:buNone/>
              <a:defRPr sz="2897" b="1">
                <a:solidFill>
                  <a:schemeClr val="tx1"/>
                </a:solidFill>
                <a:latin typeface="+mj-lt"/>
                <a:ea typeface="+mj-lt"/>
                <a:cs typeface="+mj-lt"/>
              </a:defRPr>
            </a:lvl1pPr>
            <a:lvl2pPr marL="0" indent="0" algn="l">
              <a:lnSpc>
                <a:spcPct val="110000"/>
              </a:lnSpc>
              <a:spcBef>
                <a:spcPts val="0"/>
              </a:spcBef>
              <a:spcAft>
                <a:spcPts val="0"/>
              </a:spcAft>
              <a:buNone/>
              <a:defRPr sz="2897" b="1">
                <a:solidFill>
                  <a:schemeClr val="tx1"/>
                </a:solidFill>
                <a:latin typeface="+mj-lt"/>
                <a:ea typeface="+mj-lt"/>
                <a:cs typeface="+mj-lt"/>
              </a:defRPr>
            </a:lvl2pPr>
            <a:lvl3pPr marL="0" indent="0" algn="l">
              <a:lnSpc>
                <a:spcPct val="110000"/>
              </a:lnSpc>
              <a:spcBef>
                <a:spcPts val="0"/>
              </a:spcBef>
              <a:spcAft>
                <a:spcPts val="0"/>
              </a:spcAft>
              <a:buNone/>
              <a:defRPr sz="2897" b="1">
                <a:solidFill>
                  <a:schemeClr val="tx1"/>
                </a:solidFill>
                <a:latin typeface="+mj-lt"/>
                <a:ea typeface="+mj-lt"/>
                <a:cs typeface="+mj-lt"/>
              </a:defRPr>
            </a:lvl3pPr>
            <a:lvl4pPr marL="0" indent="0" algn="l">
              <a:lnSpc>
                <a:spcPct val="110000"/>
              </a:lnSpc>
              <a:spcBef>
                <a:spcPts val="0"/>
              </a:spcBef>
              <a:spcAft>
                <a:spcPts val="0"/>
              </a:spcAft>
              <a:buNone/>
              <a:defRPr sz="2897" b="1">
                <a:solidFill>
                  <a:schemeClr val="tx1"/>
                </a:solidFill>
                <a:latin typeface="+mj-lt"/>
                <a:ea typeface="+mj-lt"/>
                <a:cs typeface="+mj-lt"/>
              </a:defRPr>
            </a:lvl4pPr>
            <a:lvl5pPr marL="0" indent="0" algn="l">
              <a:lnSpc>
                <a:spcPct val="110000"/>
              </a:lnSpc>
              <a:spcBef>
                <a:spcPts val="0"/>
              </a:spcBef>
              <a:spcAft>
                <a:spcPts val="0"/>
              </a:spcAft>
              <a:buNone/>
              <a:defRPr sz="2897" b="1">
                <a:solidFill>
                  <a:schemeClr val="tx1"/>
                </a:solidFill>
                <a:latin typeface="+mj-lt"/>
                <a:ea typeface="+mj-lt"/>
                <a:cs typeface="+mj-lt"/>
              </a:defRPr>
            </a:lvl5pPr>
            <a:lvl6pPr marL="0" indent="0" algn="l">
              <a:lnSpc>
                <a:spcPct val="110000"/>
              </a:lnSpc>
              <a:spcBef>
                <a:spcPts val="0"/>
              </a:spcBef>
              <a:spcAft>
                <a:spcPts val="0"/>
              </a:spcAft>
              <a:buNone/>
              <a:defRPr sz="2897" b="1">
                <a:solidFill>
                  <a:schemeClr val="tx1"/>
                </a:solidFill>
                <a:latin typeface="+mj-lt"/>
                <a:ea typeface="+mj-lt"/>
                <a:cs typeface="+mj-lt"/>
              </a:defRPr>
            </a:lvl6pPr>
            <a:lvl7pPr marL="0" indent="0" algn="l">
              <a:lnSpc>
                <a:spcPct val="110000"/>
              </a:lnSpc>
              <a:spcBef>
                <a:spcPts val="0"/>
              </a:spcBef>
              <a:spcAft>
                <a:spcPts val="0"/>
              </a:spcAft>
              <a:buNone/>
              <a:defRPr sz="2897" b="1">
                <a:solidFill>
                  <a:schemeClr val="tx1"/>
                </a:solidFill>
                <a:latin typeface="+mj-lt"/>
                <a:ea typeface="+mj-lt"/>
                <a:cs typeface="+mj-lt"/>
              </a:defRPr>
            </a:lvl7pPr>
            <a:lvl8pPr marL="0" indent="0" algn="l">
              <a:lnSpc>
                <a:spcPct val="110000"/>
              </a:lnSpc>
              <a:spcBef>
                <a:spcPts val="0"/>
              </a:spcBef>
              <a:spcAft>
                <a:spcPts val="0"/>
              </a:spcAft>
              <a:buNone/>
              <a:defRPr sz="2897" b="1">
                <a:solidFill>
                  <a:schemeClr val="tx1"/>
                </a:solidFill>
                <a:latin typeface="+mj-lt"/>
                <a:ea typeface="+mj-lt"/>
                <a:cs typeface="+mj-lt"/>
              </a:defRPr>
            </a:lvl8pPr>
            <a:lvl9pPr marL="0" indent="0" algn="l">
              <a:lnSpc>
                <a:spcPct val="110000"/>
              </a:lnSpc>
              <a:spcBef>
                <a:spcPts val="0"/>
              </a:spcBef>
              <a:spcAft>
                <a:spcPts val="0"/>
              </a:spcAft>
              <a:buNone/>
              <a:defRPr sz="2897"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408ED9B-E021-4ABF-92B1-61E4E148997F}"/>
              </a:ext>
            </a:extLst>
          </p:cNvPr>
          <p:cNvSpPr>
            <a:spLocks noGrp="1"/>
          </p:cNvSpPr>
          <p:nvPr>
            <p:ph type="body" idx="1"/>
          </p:nvPr>
        </p:nvSpPr>
        <p:spPr>
          <a:xfrm>
            <a:off x="602218" y="1672167"/>
            <a:ext cx="4416266" cy="3745653"/>
          </a:xfrm>
          <a:prstGeom prst="rect">
            <a:avLst/>
          </a:prstGeom>
          <a:noFill/>
          <a:ln>
            <a:noFill/>
            <a:prstDash val="solid"/>
          </a:ln>
        </p:spPr>
        <p:txBody>
          <a:bodyPr wrap="square" lIns="0" tIns="0" rIns="0" bIns="0" anchor="t">
            <a:normAutofit/>
          </a:bodyPr>
          <a:lstStyle>
            <a:defPPr algn="l">
              <a:defRPr sz="1975" b="0">
                <a:solidFill>
                  <a:schemeClr val="tx1"/>
                </a:solidFill>
                <a:latin typeface="+mn-lt"/>
                <a:ea typeface="+mn-lt"/>
                <a:cs typeface="+mn-lt"/>
              </a:defRPr>
            </a:defPPr>
            <a:lvl1pPr marL="200660" indent="-200660" algn="l">
              <a:lnSpc>
                <a:spcPct val="110000"/>
              </a:lnSpc>
              <a:spcBef>
                <a:spcPts val="0"/>
              </a:spcBef>
              <a:spcAft>
                <a:spcPts val="1053"/>
              </a:spcAft>
              <a:buChar char="•"/>
              <a:defRPr sz="1975" b="0">
                <a:solidFill>
                  <a:schemeClr val="tx1"/>
                </a:solidFill>
                <a:latin typeface="+mn-lt"/>
                <a:ea typeface="+mn-lt"/>
                <a:cs typeface="+mn-lt"/>
              </a:defRPr>
            </a:lvl1pPr>
            <a:lvl2pPr marL="468207" indent="-200660" algn="l">
              <a:lnSpc>
                <a:spcPct val="110000"/>
              </a:lnSpc>
              <a:spcBef>
                <a:spcPts val="0"/>
              </a:spcBef>
              <a:spcAft>
                <a:spcPts val="1053"/>
              </a:spcAft>
              <a:buChar char="•"/>
              <a:defRPr sz="1975" b="0">
                <a:solidFill>
                  <a:schemeClr val="tx1"/>
                </a:solidFill>
                <a:latin typeface="+mn-lt"/>
                <a:ea typeface="+mn-lt"/>
                <a:cs typeface="+mn-lt"/>
              </a:defRPr>
            </a:lvl2pPr>
            <a:lvl3pPr marL="735753" indent="-200660" algn="l">
              <a:lnSpc>
                <a:spcPct val="110000"/>
              </a:lnSpc>
              <a:spcBef>
                <a:spcPts val="0"/>
              </a:spcBef>
              <a:spcAft>
                <a:spcPts val="1053"/>
              </a:spcAft>
              <a:buChar char="•"/>
              <a:defRPr sz="1975" b="0">
                <a:solidFill>
                  <a:schemeClr val="tx1"/>
                </a:solidFill>
                <a:latin typeface="+mn-lt"/>
                <a:ea typeface="+mn-lt"/>
                <a:cs typeface="+mn-lt"/>
              </a:defRPr>
            </a:lvl3pPr>
            <a:lvl4pPr marL="1003300" indent="-200660" algn="l">
              <a:lnSpc>
                <a:spcPct val="110000"/>
              </a:lnSpc>
              <a:spcBef>
                <a:spcPts val="0"/>
              </a:spcBef>
              <a:spcAft>
                <a:spcPts val="1053"/>
              </a:spcAft>
              <a:buChar char="•"/>
              <a:defRPr sz="1975" b="0">
                <a:solidFill>
                  <a:schemeClr val="tx1"/>
                </a:solidFill>
                <a:latin typeface="+mn-lt"/>
                <a:ea typeface="+mn-lt"/>
                <a:cs typeface="+mn-lt"/>
              </a:defRPr>
            </a:lvl4pPr>
            <a:lvl5pPr marL="1270847" indent="-200660" algn="l">
              <a:lnSpc>
                <a:spcPct val="110000"/>
              </a:lnSpc>
              <a:spcBef>
                <a:spcPts val="0"/>
              </a:spcBef>
              <a:spcAft>
                <a:spcPts val="1053"/>
              </a:spcAft>
              <a:buChar char="•"/>
              <a:defRPr sz="1975" b="0">
                <a:solidFill>
                  <a:schemeClr val="tx1"/>
                </a:solidFill>
                <a:latin typeface="+mn-lt"/>
                <a:ea typeface="+mn-lt"/>
                <a:cs typeface="+mn-lt"/>
              </a:defRPr>
            </a:lvl5pPr>
            <a:lvl6pPr marL="1538393" indent="-200660" algn="l">
              <a:lnSpc>
                <a:spcPct val="110000"/>
              </a:lnSpc>
              <a:spcBef>
                <a:spcPts val="0"/>
              </a:spcBef>
              <a:spcAft>
                <a:spcPts val="1053"/>
              </a:spcAft>
              <a:buChar char="•"/>
              <a:defRPr sz="1975" b="0">
                <a:solidFill>
                  <a:schemeClr val="tx1"/>
                </a:solidFill>
                <a:latin typeface="+mn-lt"/>
                <a:ea typeface="+mn-lt"/>
                <a:cs typeface="+mn-lt"/>
              </a:defRPr>
            </a:lvl6pPr>
            <a:lvl7pPr marL="1805940" indent="-200660" algn="l">
              <a:lnSpc>
                <a:spcPct val="110000"/>
              </a:lnSpc>
              <a:spcBef>
                <a:spcPts val="0"/>
              </a:spcBef>
              <a:spcAft>
                <a:spcPts val="1053"/>
              </a:spcAft>
              <a:buChar char="•"/>
              <a:defRPr sz="1975" b="0">
                <a:solidFill>
                  <a:schemeClr val="tx1"/>
                </a:solidFill>
                <a:latin typeface="+mn-lt"/>
                <a:ea typeface="+mn-lt"/>
                <a:cs typeface="+mn-lt"/>
              </a:defRPr>
            </a:lvl7pPr>
            <a:lvl8pPr marL="2073487" indent="-200660" algn="l">
              <a:lnSpc>
                <a:spcPct val="110000"/>
              </a:lnSpc>
              <a:spcBef>
                <a:spcPts val="0"/>
              </a:spcBef>
              <a:spcAft>
                <a:spcPts val="1053"/>
              </a:spcAft>
              <a:buChar char="•"/>
              <a:defRPr sz="1975" b="0">
                <a:solidFill>
                  <a:schemeClr val="tx1"/>
                </a:solidFill>
                <a:latin typeface="+mn-lt"/>
                <a:ea typeface="+mn-lt"/>
                <a:cs typeface="+mn-lt"/>
              </a:defRPr>
            </a:lvl8pPr>
            <a:lvl9pPr marL="2341033" indent="-200660" algn="l">
              <a:lnSpc>
                <a:spcPct val="110000"/>
              </a:lnSpc>
              <a:spcBef>
                <a:spcPts val="0"/>
              </a:spcBef>
              <a:spcAft>
                <a:spcPts val="1053"/>
              </a:spcAft>
              <a:buChar char="•"/>
              <a:defRPr sz="1975"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grpSp>
        <p:nvGrpSpPr>
          <p:cNvPr id="10" name="object 7">
            <a:extLst>
              <a:ext uri="{FF2B5EF4-FFF2-40B4-BE49-F238E27FC236}">
                <a16:creationId xmlns:a16="http://schemas.microsoft.com/office/drawing/2014/main" id="{EE2C1639-C224-4E38-83FE-002B2ABD8D41}"/>
              </a:ext>
            </a:extLst>
          </p:cNvPr>
          <p:cNvGrpSpPr/>
          <p:nvPr userDrawn="1"/>
        </p:nvGrpSpPr>
        <p:grpSpPr>
          <a:xfrm>
            <a:off x="0" y="5861849"/>
            <a:ext cx="10692130" cy="152400"/>
            <a:chOff x="0" y="5861849"/>
            <a:chExt cx="10692130" cy="152400"/>
          </a:xfrm>
        </p:grpSpPr>
        <p:sp>
          <p:nvSpPr>
            <p:cNvPr id="11" name="object 8">
              <a:extLst>
                <a:ext uri="{FF2B5EF4-FFF2-40B4-BE49-F238E27FC236}">
                  <a16:creationId xmlns:a16="http://schemas.microsoft.com/office/drawing/2014/main" id="{CCA36036-073D-46AD-BC2D-8058293869D6}"/>
                </a:ext>
              </a:extLst>
            </p:cNvPr>
            <p:cNvSpPr/>
            <p:nvPr/>
          </p:nvSpPr>
          <p:spPr>
            <a:xfrm>
              <a:off x="0" y="5861849"/>
              <a:ext cx="2352675" cy="152400"/>
            </a:xfrm>
            <a:custGeom>
              <a:avLst/>
              <a:gdLst/>
              <a:ahLst/>
              <a:cxnLst/>
              <a:rect l="l" t="t" r="r" b="b"/>
              <a:pathLst>
                <a:path w="2352675" h="152400">
                  <a:moveTo>
                    <a:pt x="2352239" y="152400"/>
                  </a:moveTo>
                  <a:lnTo>
                    <a:pt x="0" y="152400"/>
                  </a:lnTo>
                  <a:lnTo>
                    <a:pt x="0" y="0"/>
                  </a:lnTo>
                  <a:lnTo>
                    <a:pt x="2352239" y="0"/>
                  </a:lnTo>
                  <a:lnTo>
                    <a:pt x="2352239" y="152400"/>
                  </a:lnTo>
                  <a:close/>
                </a:path>
              </a:pathLst>
            </a:custGeom>
            <a:solidFill>
              <a:srgbClr val="4472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9">
              <a:extLst>
                <a:ext uri="{FF2B5EF4-FFF2-40B4-BE49-F238E27FC236}">
                  <a16:creationId xmlns:a16="http://schemas.microsoft.com/office/drawing/2014/main" id="{999D4FD7-3780-40A5-BAEA-7826BEB7A7A9}"/>
                </a:ext>
              </a:extLst>
            </p:cNvPr>
            <p:cNvSpPr/>
            <p:nvPr/>
          </p:nvSpPr>
          <p:spPr>
            <a:xfrm>
              <a:off x="2352239" y="5861849"/>
              <a:ext cx="5988050" cy="152400"/>
            </a:xfrm>
            <a:custGeom>
              <a:avLst/>
              <a:gdLst/>
              <a:ahLst/>
              <a:cxnLst/>
              <a:rect l="l" t="t" r="r" b="b"/>
              <a:pathLst>
                <a:path w="5988050" h="152400">
                  <a:moveTo>
                    <a:pt x="5987520" y="152400"/>
                  </a:moveTo>
                  <a:lnTo>
                    <a:pt x="0" y="152400"/>
                  </a:lnTo>
                  <a:lnTo>
                    <a:pt x="0" y="0"/>
                  </a:lnTo>
                  <a:lnTo>
                    <a:pt x="5987520" y="0"/>
                  </a:lnTo>
                  <a:lnTo>
                    <a:pt x="5987520" y="152400"/>
                  </a:lnTo>
                  <a:close/>
                </a:path>
              </a:pathLst>
            </a:custGeom>
            <a:solidFill>
              <a:srgbClr val="5B9BD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0">
              <a:extLst>
                <a:ext uri="{FF2B5EF4-FFF2-40B4-BE49-F238E27FC236}">
                  <a16:creationId xmlns:a16="http://schemas.microsoft.com/office/drawing/2014/main" id="{C5BFA63C-CA2B-4179-8339-576D9E372070}"/>
                </a:ext>
              </a:extLst>
            </p:cNvPr>
            <p:cNvSpPr/>
            <p:nvPr/>
          </p:nvSpPr>
          <p:spPr>
            <a:xfrm>
              <a:off x="8339759" y="5861849"/>
              <a:ext cx="2352675" cy="152400"/>
            </a:xfrm>
            <a:custGeom>
              <a:avLst/>
              <a:gdLst/>
              <a:ahLst/>
              <a:cxnLst/>
              <a:rect l="l" t="t" r="r" b="b"/>
              <a:pathLst>
                <a:path w="2352675" h="152400">
                  <a:moveTo>
                    <a:pt x="2352239" y="152400"/>
                  </a:moveTo>
                  <a:lnTo>
                    <a:pt x="0" y="152400"/>
                  </a:lnTo>
                  <a:lnTo>
                    <a:pt x="0" y="0"/>
                  </a:lnTo>
                  <a:lnTo>
                    <a:pt x="2352239" y="0"/>
                  </a:lnTo>
                  <a:lnTo>
                    <a:pt x="2352239" y="152400"/>
                  </a:lnTo>
                  <a:close/>
                </a:path>
              </a:pathLst>
            </a:custGeom>
            <a:solidFill>
              <a:srgbClr val="0563C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11">
            <a:extLst>
              <a:ext uri="{FF2B5EF4-FFF2-40B4-BE49-F238E27FC236}">
                <a16:creationId xmlns:a16="http://schemas.microsoft.com/office/drawing/2014/main" id="{D40DE61F-31EA-4118-AF6E-B9710FB3976B}"/>
              </a:ext>
            </a:extLst>
          </p:cNvPr>
          <p:cNvSpPr txBox="1">
            <a:spLocks/>
          </p:cNvSpPr>
          <p:nvPr userDrawn="1"/>
        </p:nvSpPr>
        <p:spPr>
          <a:xfrm>
            <a:off x="336059" y="5868323"/>
            <a:ext cx="1680210" cy="139064"/>
          </a:xfrm>
          <a:prstGeom prst="rect">
            <a:avLst/>
          </a:prstGeom>
        </p:spPr>
        <p:txBody>
          <a:bodyPr vert="horz" wrap="square" lIns="0" tIns="3175" rIns="0" bIns="0" rtlCol="0">
            <a:spAutoFit/>
          </a:bodyPr>
          <a:lstStyle>
            <a:defPPr>
              <a:defRPr kern="0"/>
            </a:defPPr>
            <a:lvl1pPr>
              <a:defRPr sz="800" b="0" i="0">
                <a:solidFill>
                  <a:schemeClr val="bg1"/>
                </a:solidFill>
                <a:latin typeface="Arial"/>
                <a:cs typeface="Arial"/>
              </a:defRPr>
            </a:lvl1pPr>
          </a:lstStyle>
          <a:p>
            <a:pPr marL="12700" marR="0" lvl="0" indent="0" defTabSz="914400" eaLnBrk="1" fontAlgn="auto" latinLnBrk="0" hangingPunct="1">
              <a:lnSpc>
                <a:spcPct val="100000"/>
              </a:lnSpc>
              <a:spcBef>
                <a:spcPts val="25"/>
              </a:spcBef>
              <a:spcAft>
                <a:spcPts val="0"/>
              </a:spcAft>
              <a:buClrTx/>
              <a:buSzTx/>
              <a:buFontTx/>
              <a:buNone/>
              <a:tabLst/>
              <a:defRPr/>
            </a:pPr>
            <a:r>
              <a:rPr kumimoji="0" lang="nl-NL" sz="800" b="0" i="0" u="none" strike="noStrike" kern="0" cap="none" spc="0" normalizeH="0" baseline="0" noProof="0">
                <a:ln>
                  <a:noFill/>
                </a:ln>
                <a:solidFill>
                  <a:prstClr val="white"/>
                </a:solidFill>
                <a:effectLst/>
                <a:uLnTx/>
                <a:uFillTx/>
                <a:latin typeface="Arial"/>
                <a:cs typeface="Arial"/>
              </a:rPr>
              <a:t>Guojie</a:t>
            </a:r>
            <a:r>
              <a:rPr kumimoji="0" lang="nl-NL" sz="800" b="0" i="0" u="none" strike="noStrike" kern="0" cap="none" spc="-20" normalizeH="0" baseline="0" noProof="0">
                <a:ln>
                  <a:noFill/>
                </a:ln>
                <a:solidFill>
                  <a:prstClr val="white"/>
                </a:solidFill>
                <a:effectLst/>
                <a:uLnTx/>
                <a:uFillTx/>
                <a:latin typeface="Arial"/>
                <a:cs typeface="Arial"/>
              </a:rPr>
              <a:t> </a:t>
            </a:r>
            <a:r>
              <a:rPr kumimoji="0" lang="nl-NL" sz="800" b="0" i="0" u="none" strike="noStrike" kern="0" cap="none" spc="0" normalizeH="0" baseline="0" noProof="0">
                <a:ln>
                  <a:noFill/>
                </a:ln>
                <a:solidFill>
                  <a:prstClr val="white"/>
                </a:solidFill>
                <a:effectLst/>
                <a:uLnTx/>
                <a:uFillTx/>
                <a:latin typeface="Arial"/>
                <a:cs typeface="Arial"/>
              </a:rPr>
              <a:t>Luo,</a:t>
            </a:r>
            <a:r>
              <a:rPr kumimoji="0" lang="nl-NL" sz="800" b="0" i="0" u="none" strike="noStrike" kern="0" cap="none" spc="-20" normalizeH="0" baseline="0" noProof="0">
                <a:ln>
                  <a:noFill/>
                </a:ln>
                <a:solidFill>
                  <a:prstClr val="white"/>
                </a:solidFill>
                <a:effectLst/>
                <a:uLnTx/>
                <a:uFillTx/>
                <a:latin typeface="Arial"/>
                <a:cs typeface="Arial"/>
              </a:rPr>
              <a:t> </a:t>
            </a:r>
            <a:r>
              <a:rPr kumimoji="0" lang="nl-NL" sz="800" b="0" i="0" u="none" strike="noStrike" kern="0" cap="none" spc="0" normalizeH="0" baseline="0" noProof="0">
                <a:ln>
                  <a:noFill/>
                </a:ln>
                <a:solidFill>
                  <a:prstClr val="white"/>
                </a:solidFill>
                <a:effectLst/>
                <a:uLnTx/>
                <a:uFillTx/>
                <a:latin typeface="Arial"/>
                <a:cs typeface="Arial"/>
              </a:rPr>
              <a:t>Jing</a:t>
            </a:r>
            <a:r>
              <a:rPr kumimoji="0" lang="nl-NL" sz="800" b="0" i="0" u="none" strike="noStrike" kern="0" cap="none" spc="-20" normalizeH="0" baseline="0" noProof="0">
                <a:ln>
                  <a:noFill/>
                </a:ln>
                <a:solidFill>
                  <a:prstClr val="white"/>
                </a:solidFill>
                <a:effectLst/>
                <a:uLnTx/>
                <a:uFillTx/>
                <a:latin typeface="Arial"/>
                <a:cs typeface="Arial"/>
              </a:rPr>
              <a:t> </a:t>
            </a:r>
            <a:r>
              <a:rPr kumimoji="0" lang="nl-NL" sz="800" b="0" i="0" u="none" strike="noStrike" kern="0" cap="none" spc="-10" normalizeH="0" baseline="0" noProof="0">
                <a:ln>
                  <a:noFill/>
                </a:ln>
                <a:solidFill>
                  <a:prstClr val="white"/>
                </a:solidFill>
                <a:effectLst/>
                <a:uLnTx/>
                <a:uFillTx/>
                <a:latin typeface="Arial"/>
                <a:cs typeface="Arial"/>
              </a:rPr>
              <a:t>Wang</a:t>
            </a:r>
            <a:r>
              <a:rPr kumimoji="0" lang="nl-NL" sz="800" b="0" i="0" u="none" strike="noStrike" kern="0" cap="none" spc="-15" normalizeH="0" baseline="0" noProof="0">
                <a:ln>
                  <a:noFill/>
                </a:ln>
                <a:solidFill>
                  <a:prstClr val="white"/>
                </a:solidFill>
                <a:effectLst/>
                <a:uLnTx/>
                <a:uFillTx/>
                <a:latin typeface="Arial"/>
                <a:cs typeface="Arial"/>
              </a:rPr>
              <a:t> </a:t>
            </a:r>
            <a:r>
              <a:rPr kumimoji="0" lang="nl-NL" sz="800" b="0" i="0" u="none" strike="noStrike" kern="0" cap="none" spc="0" normalizeH="0" baseline="0" noProof="0">
                <a:ln>
                  <a:noFill/>
                </a:ln>
                <a:solidFill>
                  <a:prstClr val="white"/>
                </a:solidFill>
                <a:effectLst/>
                <a:uLnTx/>
                <a:uFillTx/>
                <a:latin typeface="Arial"/>
                <a:cs typeface="Arial"/>
              </a:rPr>
              <a:t>&amp;</a:t>
            </a:r>
            <a:r>
              <a:rPr kumimoji="0" lang="nl-NL" sz="800" b="0" i="0" u="none" strike="noStrike" kern="0" cap="none" spc="-20" normalizeH="0" baseline="0" noProof="0">
                <a:ln>
                  <a:noFill/>
                </a:ln>
                <a:solidFill>
                  <a:prstClr val="white"/>
                </a:solidFill>
                <a:effectLst/>
                <a:uLnTx/>
                <a:uFillTx/>
                <a:latin typeface="Arial"/>
                <a:cs typeface="Arial"/>
              </a:rPr>
              <a:t> </a:t>
            </a:r>
            <a:r>
              <a:rPr kumimoji="0" lang="nl-NL" sz="800" b="0" i="0" u="none" strike="noStrike" kern="0" cap="none" spc="0" normalizeH="0" baseline="0" noProof="0">
                <a:ln>
                  <a:noFill/>
                </a:ln>
                <a:solidFill>
                  <a:prstClr val="white"/>
                </a:solidFill>
                <a:effectLst/>
                <a:uLnTx/>
                <a:uFillTx/>
                <a:latin typeface="Arial"/>
                <a:cs typeface="Arial"/>
              </a:rPr>
              <a:t>BAAI</a:t>
            </a:r>
            <a:r>
              <a:rPr kumimoji="0" lang="nl-NL" sz="800" b="0" i="0" u="none" strike="noStrike" kern="0" cap="none" spc="-35" normalizeH="0" baseline="0" noProof="0">
                <a:ln>
                  <a:noFill/>
                </a:ln>
                <a:solidFill>
                  <a:prstClr val="white"/>
                </a:solidFill>
                <a:effectLst/>
                <a:uLnTx/>
                <a:uFillTx/>
                <a:latin typeface="Arial"/>
                <a:cs typeface="Arial"/>
              </a:rPr>
              <a:t> </a:t>
            </a:r>
            <a:r>
              <a:rPr kumimoji="0" lang="nl-NL" sz="800" b="0" i="0" u="none" strike="noStrike" kern="0" cap="none" spc="-20" normalizeH="0" baseline="0" noProof="0">
                <a:ln>
                  <a:noFill/>
                </a:ln>
                <a:solidFill>
                  <a:prstClr val="white"/>
                </a:solidFill>
                <a:effectLst/>
                <a:uLnTx/>
                <a:uFillTx/>
                <a:latin typeface="Arial"/>
                <a:cs typeface="Arial"/>
              </a:rPr>
              <a:t>Team</a:t>
            </a:r>
            <a:endParaRPr kumimoji="0" lang="nl-NL" sz="800" b="0" i="0" u="none" strike="noStrike" kern="0" cap="none" spc="-20" normalizeH="0" baseline="0" noProof="0" dirty="0">
              <a:ln>
                <a:noFill/>
              </a:ln>
              <a:solidFill>
                <a:prstClr val="white"/>
              </a:solidFill>
              <a:effectLst/>
              <a:uLnTx/>
              <a:uFillTx/>
              <a:latin typeface="Arial"/>
              <a:cs typeface="Arial"/>
            </a:endParaRPr>
          </a:p>
        </p:txBody>
      </p:sp>
      <p:sp>
        <p:nvSpPr>
          <p:cNvPr id="16" name="object 13">
            <a:extLst>
              <a:ext uri="{FF2B5EF4-FFF2-40B4-BE49-F238E27FC236}">
                <a16:creationId xmlns:a16="http://schemas.microsoft.com/office/drawing/2014/main" id="{93AC6866-A21D-47CF-B50A-D60D974658D6}"/>
              </a:ext>
            </a:extLst>
          </p:cNvPr>
          <p:cNvSpPr txBox="1"/>
          <p:nvPr userDrawn="1"/>
        </p:nvSpPr>
        <p:spPr>
          <a:xfrm>
            <a:off x="8599810" y="5868323"/>
            <a:ext cx="1341755" cy="126317"/>
          </a:xfrm>
          <a:prstGeom prst="rect">
            <a:avLst/>
          </a:prstGeom>
        </p:spPr>
        <p:txBody>
          <a:bodyPr vert="horz" wrap="square" lIns="0" tIns="3175" rIns="0" bIns="0" rtlCol="0">
            <a:spAutoFit/>
          </a:bodyPr>
          <a:lstStyle/>
          <a:p>
            <a:pPr marL="12700">
              <a:spcBef>
                <a:spcPts val="25"/>
              </a:spcBef>
            </a:pPr>
            <a:r>
              <a:rPr sz="800" kern="0" dirty="0">
                <a:solidFill>
                  <a:srgbClr val="FFFFFF"/>
                </a:solidFill>
                <a:latin typeface="Arial"/>
                <a:cs typeface="Arial"/>
              </a:rPr>
              <a:t>October</a:t>
            </a:r>
            <a:r>
              <a:rPr sz="800" kern="0" spc="-25" dirty="0">
                <a:solidFill>
                  <a:srgbClr val="FFFFFF"/>
                </a:solidFill>
                <a:latin typeface="Arial"/>
                <a:cs typeface="Arial"/>
              </a:rPr>
              <a:t> </a:t>
            </a:r>
            <a:r>
              <a:rPr sz="800" kern="0" dirty="0">
                <a:solidFill>
                  <a:srgbClr val="FFFFFF"/>
                </a:solidFill>
                <a:latin typeface="Arial"/>
                <a:cs typeface="Arial"/>
              </a:rPr>
              <a:t>2026</a:t>
            </a:r>
            <a:r>
              <a:rPr sz="800" kern="0" spc="-20" dirty="0">
                <a:solidFill>
                  <a:srgbClr val="FFFFFF"/>
                </a:solidFill>
                <a:latin typeface="Arial"/>
                <a:cs typeface="Arial"/>
              </a:rPr>
              <a:t> </a:t>
            </a:r>
            <a:r>
              <a:rPr sz="800" kern="0" dirty="0">
                <a:solidFill>
                  <a:srgbClr val="FFFFFF"/>
                </a:solidFill>
                <a:latin typeface="Arial"/>
                <a:cs typeface="Arial"/>
              </a:rPr>
              <a:t>·</a:t>
            </a:r>
            <a:r>
              <a:rPr sz="800" kern="0" spc="-25" dirty="0">
                <a:solidFill>
                  <a:srgbClr val="FFFFFF"/>
                </a:solidFill>
                <a:latin typeface="Arial"/>
                <a:cs typeface="Arial"/>
              </a:rPr>
              <a:t> </a:t>
            </a:r>
            <a:r>
              <a:rPr sz="800" kern="0" dirty="0">
                <a:solidFill>
                  <a:srgbClr val="FFFFFF"/>
                </a:solidFill>
                <a:latin typeface="Arial"/>
                <a:cs typeface="Arial"/>
              </a:rPr>
              <a:t>2nd</a:t>
            </a:r>
            <a:r>
              <a:rPr sz="800" kern="0" spc="-20" dirty="0">
                <a:solidFill>
                  <a:srgbClr val="FFFFFF"/>
                </a:solidFill>
                <a:latin typeface="Arial"/>
                <a:cs typeface="Arial"/>
              </a:rPr>
              <a:t> </a:t>
            </a:r>
            <a:r>
              <a:rPr lang="en-US" sz="800" kern="0" spc="-10" dirty="0">
                <a:solidFill>
                  <a:srgbClr val="FFFFFF"/>
                </a:solidFill>
                <a:latin typeface="Arial"/>
                <a:cs typeface="Arial"/>
              </a:rPr>
              <a:t>AICFD</a:t>
            </a:r>
            <a:endParaRPr sz="800" kern="0" dirty="0">
              <a:solidFill>
                <a:sysClr val="windowText" lastClr="000000"/>
              </a:solidFill>
              <a:latin typeface="Arial"/>
              <a:cs typeface="Arial"/>
            </a:endParaRPr>
          </a:p>
        </p:txBody>
      </p:sp>
      <p:sp>
        <p:nvSpPr>
          <p:cNvPr id="18" name="bg object 16">
            <a:extLst>
              <a:ext uri="{FF2B5EF4-FFF2-40B4-BE49-F238E27FC236}">
                <a16:creationId xmlns:a16="http://schemas.microsoft.com/office/drawing/2014/main" id="{B4244F5A-2C29-40AA-B056-C0507BE666C4}"/>
              </a:ext>
            </a:extLst>
          </p:cNvPr>
          <p:cNvSpPr/>
          <p:nvPr userDrawn="1"/>
        </p:nvSpPr>
        <p:spPr>
          <a:xfrm>
            <a:off x="0" y="0"/>
            <a:ext cx="9558020" cy="25400"/>
          </a:xfrm>
          <a:custGeom>
            <a:avLst/>
            <a:gdLst/>
            <a:ahLst/>
            <a:cxnLst/>
            <a:rect l="l" t="t" r="r" b="b"/>
            <a:pathLst>
              <a:path w="9558020" h="25400">
                <a:moveTo>
                  <a:pt x="9558000" y="25400"/>
                </a:moveTo>
                <a:lnTo>
                  <a:pt x="0" y="25400"/>
                </a:lnTo>
                <a:lnTo>
                  <a:pt x="0" y="0"/>
                </a:lnTo>
                <a:lnTo>
                  <a:pt x="9558000" y="0"/>
                </a:lnTo>
                <a:lnTo>
                  <a:pt x="9558000" y="25400"/>
                </a:lnTo>
                <a:close/>
              </a:path>
            </a:pathLst>
          </a:custGeom>
          <a:solidFill>
            <a:srgbClr val="4472C4"/>
          </a:solidFill>
        </p:spPr>
        <p:txBody>
          <a:bodyPr wrap="square" lIns="0" tIns="0" rIns="0" bIns="0" rtlCol="0"/>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jwang@ruc.edu.cn" TargetMode="External"/><Relationship Id="rId3" Type="http://schemas.openxmlformats.org/officeDocument/2006/relationships/image" Target="../media/image1.jpeg"/><Relationship Id="rId7" Type="http://schemas.openxmlformats.org/officeDocument/2006/relationships/hyperlink" Target="mailto:gluo@pku.edu.cn"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FF102AF7-3EA7-48B8-ACC4-31D3E4529C17}"/>
              </a:ext>
            </a:extLst>
          </p:cNvPr>
          <p:cNvPicPr>
            <a:picLocks noChangeAspect="1"/>
          </p:cNvPicPr>
          <p:nvPr/>
        </p:nvPicPr>
        <p:blipFill>
          <a:blip r:embed="rId3"/>
          <a:stretch/>
        </p:blipFill>
        <p:spPr>
          <a:xfrm>
            <a:off x="2284" y="0"/>
            <a:ext cx="10701531" cy="6019800"/>
          </a:xfrm>
          <a:prstGeom prst="rect">
            <a:avLst/>
          </a:prstGeom>
        </p:spPr>
      </p:pic>
      <p:pic>
        <p:nvPicPr>
          <p:cNvPr id="2" name="图片 1">
            <a:extLst>
              <a:ext uri="{FF2B5EF4-FFF2-40B4-BE49-F238E27FC236}">
                <a16:creationId xmlns:a16="http://schemas.microsoft.com/office/drawing/2014/main" id="{72115FFB-3854-4335-903D-43AC27910066}"/>
              </a:ext>
            </a:extLst>
          </p:cNvPr>
          <p:cNvPicPr>
            <a:picLocks noChangeAspect="1"/>
          </p:cNvPicPr>
          <p:nvPr/>
        </p:nvPicPr>
        <p:blipFill>
          <a:blip r:embed="rId4"/>
          <a:stretch/>
        </p:blipFill>
        <p:spPr>
          <a:xfrm>
            <a:off x="5639080" y="93594"/>
            <a:ext cx="1381125" cy="425091"/>
          </a:xfrm>
          <a:prstGeom prst="rect">
            <a:avLst/>
          </a:prstGeom>
        </p:spPr>
      </p:pic>
      <p:pic>
        <p:nvPicPr>
          <p:cNvPr id="3" name="图片 2">
            <a:extLst>
              <a:ext uri="{FF2B5EF4-FFF2-40B4-BE49-F238E27FC236}">
                <a16:creationId xmlns:a16="http://schemas.microsoft.com/office/drawing/2014/main" id="{5867A3D4-BC65-4AAE-B0E6-51F4564E120C}"/>
              </a:ext>
            </a:extLst>
          </p:cNvPr>
          <p:cNvPicPr>
            <a:picLocks noChangeAspect="1"/>
          </p:cNvPicPr>
          <p:nvPr/>
        </p:nvPicPr>
        <p:blipFill>
          <a:blip r:embed="rId5"/>
          <a:stretch/>
        </p:blipFill>
        <p:spPr>
          <a:xfrm>
            <a:off x="7094653" y="91827"/>
            <a:ext cx="1508455" cy="428625"/>
          </a:xfrm>
          <a:prstGeom prst="rect">
            <a:avLst/>
          </a:prstGeom>
        </p:spPr>
      </p:pic>
      <p:pic>
        <p:nvPicPr>
          <p:cNvPr id="4" name="图片 3">
            <a:extLst>
              <a:ext uri="{FF2B5EF4-FFF2-40B4-BE49-F238E27FC236}">
                <a16:creationId xmlns:a16="http://schemas.microsoft.com/office/drawing/2014/main" id="{6DC7B87F-3F33-4046-B35F-B41AAD08A450}"/>
              </a:ext>
            </a:extLst>
          </p:cNvPr>
          <p:cNvPicPr>
            <a:picLocks noChangeAspect="1"/>
          </p:cNvPicPr>
          <p:nvPr/>
        </p:nvPicPr>
        <p:blipFill>
          <a:blip r:embed="rId6"/>
          <a:stretch/>
        </p:blipFill>
        <p:spPr>
          <a:xfrm>
            <a:off x="8708694" y="91827"/>
            <a:ext cx="1995121" cy="466725"/>
          </a:xfrm>
          <a:prstGeom prst="rect">
            <a:avLst/>
          </a:prstGeom>
        </p:spPr>
      </p:pic>
      <p:sp>
        <p:nvSpPr>
          <p:cNvPr id="6" name="矩形 5">
            <a:extLst>
              <a:ext uri="{FF2B5EF4-FFF2-40B4-BE49-F238E27FC236}">
                <a16:creationId xmlns:a16="http://schemas.microsoft.com/office/drawing/2014/main" id="{628EB0F7-6C81-4A8D-8E8D-97265073DF8C}"/>
              </a:ext>
            </a:extLst>
          </p:cNvPr>
          <p:cNvSpPr>
            <a:spLocks noGrp="1"/>
          </p:cNvSpPr>
          <p:nvPr/>
        </p:nvSpPr>
        <p:spPr>
          <a:xfrm>
            <a:off x="647700" y="1533525"/>
            <a:ext cx="8286750" cy="1162050"/>
          </a:xfrm>
          <a:prstGeom prst="rect">
            <a:avLst/>
          </a:prstGeom>
          <a:noFill/>
          <a:ln w="0">
            <a:noFill/>
            <a:prstDash val="solid"/>
          </a:ln>
        </p:spPr>
        <p:txBody>
          <a:bodyPr anchor="ctr"/>
          <a:lstStyle>
            <a:defPPr algn="l">
              <a:defRPr sz="3600" b="1">
                <a:solidFill>
                  <a:srgbClr val="4675C8"/>
                </a:solidFill>
              </a:defRPr>
            </a:defPPr>
            <a:lvl1pPr algn="l">
              <a:defRPr sz="3600" b="1">
                <a:solidFill>
                  <a:srgbClr val="4675C8"/>
                </a:solidFill>
              </a:defRPr>
            </a:lvl1pPr>
            <a:lvl2pPr algn="l">
              <a:defRPr sz="3600" b="1">
                <a:solidFill>
                  <a:srgbClr val="4675C8"/>
                </a:solidFill>
              </a:defRPr>
            </a:lvl2pPr>
            <a:lvl3pPr algn="l">
              <a:defRPr sz="3600" b="1">
                <a:solidFill>
                  <a:srgbClr val="4675C8"/>
                </a:solidFill>
              </a:defRPr>
            </a:lvl3pPr>
            <a:lvl4pPr algn="l">
              <a:defRPr sz="3600" b="1">
                <a:solidFill>
                  <a:srgbClr val="4675C8"/>
                </a:solidFill>
              </a:defRPr>
            </a:lvl4pPr>
            <a:lvl5pPr algn="l">
              <a:defRPr sz="3600" b="1">
                <a:solidFill>
                  <a:srgbClr val="4675C8"/>
                </a:solidFill>
              </a:defRPr>
            </a:lvl5pPr>
            <a:lvl6pPr algn="l">
              <a:defRPr sz="3600" b="1">
                <a:solidFill>
                  <a:srgbClr val="4675C8"/>
                </a:solidFill>
              </a:defRPr>
            </a:lvl6pPr>
            <a:lvl7pPr algn="l">
              <a:defRPr sz="3600" b="1">
                <a:solidFill>
                  <a:srgbClr val="4675C8"/>
                </a:solidFill>
              </a:defRPr>
            </a:lvl7pPr>
            <a:lvl8pPr algn="l">
              <a:defRPr sz="3600" b="1">
                <a:solidFill>
                  <a:srgbClr val="4675C8"/>
                </a:solidFill>
              </a:defRPr>
            </a:lvl8pPr>
            <a:lvl9pPr algn="l">
              <a:defRPr sz="3600" b="1">
                <a:solidFill>
                  <a:srgbClr val="4675C8"/>
                </a:solidFill>
              </a:defRPr>
            </a:lvl9pPr>
          </a:lstStyle>
          <a:p>
            <a:pPr algn="l">
              <a:defRPr sz="3600" b="1">
                <a:solidFill>
                  <a:srgbClr val="4675C8"/>
                </a:solidFill>
              </a:defRPr>
            </a:pPr>
            <a:endParaRPr sz="3600" b="1" dirty="0">
              <a:solidFill>
                <a:srgbClr val="4675C8"/>
              </a:solidFill>
            </a:endParaRPr>
          </a:p>
        </p:txBody>
      </p:sp>
      <p:sp>
        <p:nvSpPr>
          <p:cNvPr id="7" name="矩形 6">
            <a:extLst>
              <a:ext uri="{FF2B5EF4-FFF2-40B4-BE49-F238E27FC236}">
                <a16:creationId xmlns:a16="http://schemas.microsoft.com/office/drawing/2014/main" id="{22D25AFA-563F-4C93-9D25-3D98F8A1F68E}"/>
              </a:ext>
            </a:extLst>
          </p:cNvPr>
          <p:cNvSpPr>
            <a:spLocks noGrp="1"/>
          </p:cNvSpPr>
          <p:nvPr/>
        </p:nvSpPr>
        <p:spPr>
          <a:xfrm>
            <a:off x="666750" y="2990850"/>
            <a:ext cx="7000875" cy="723900"/>
          </a:xfrm>
          <a:prstGeom prst="rect">
            <a:avLst/>
          </a:prstGeom>
          <a:noFill/>
          <a:ln w="0">
            <a:noFill/>
            <a:prstDash val="solid"/>
          </a:ln>
        </p:spPr>
        <p:txBody>
          <a:bodyPr anchor="ctr"/>
          <a:lstStyle>
            <a:defPPr algn="l">
              <a:defRPr sz="1875" b="0">
                <a:solidFill>
                  <a:srgbClr val="53647B"/>
                </a:solidFill>
              </a:defRPr>
            </a:defPPr>
            <a:lvl1pPr algn="l">
              <a:defRPr sz="1875" b="0">
                <a:solidFill>
                  <a:srgbClr val="53647B"/>
                </a:solidFill>
              </a:defRPr>
            </a:lvl1pPr>
            <a:lvl2pPr algn="l">
              <a:defRPr sz="1875" b="0">
                <a:solidFill>
                  <a:srgbClr val="53647B"/>
                </a:solidFill>
              </a:defRPr>
            </a:lvl2pPr>
            <a:lvl3pPr algn="l">
              <a:defRPr sz="1875" b="0">
                <a:solidFill>
                  <a:srgbClr val="53647B"/>
                </a:solidFill>
              </a:defRPr>
            </a:lvl3pPr>
            <a:lvl4pPr algn="l">
              <a:defRPr sz="1875" b="0">
                <a:solidFill>
                  <a:srgbClr val="53647B"/>
                </a:solidFill>
              </a:defRPr>
            </a:lvl4pPr>
            <a:lvl5pPr algn="l">
              <a:defRPr sz="1875" b="0">
                <a:solidFill>
                  <a:srgbClr val="53647B"/>
                </a:solidFill>
              </a:defRPr>
            </a:lvl5pPr>
            <a:lvl6pPr algn="l">
              <a:defRPr sz="1875" b="0">
                <a:solidFill>
                  <a:srgbClr val="53647B"/>
                </a:solidFill>
              </a:defRPr>
            </a:lvl6pPr>
            <a:lvl7pPr algn="l">
              <a:defRPr sz="1875" b="0">
                <a:solidFill>
                  <a:srgbClr val="53647B"/>
                </a:solidFill>
              </a:defRPr>
            </a:lvl7pPr>
            <a:lvl8pPr algn="l">
              <a:defRPr sz="1875" b="0">
                <a:solidFill>
                  <a:srgbClr val="53647B"/>
                </a:solidFill>
              </a:defRPr>
            </a:lvl8pPr>
            <a:lvl9pPr algn="l">
              <a:defRPr sz="1875" b="0">
                <a:solidFill>
                  <a:srgbClr val="53647B"/>
                </a:solidFill>
              </a:defRPr>
            </a:lvl9pPr>
          </a:lstStyle>
          <a:p>
            <a:pPr algn="l">
              <a:defRPr sz="1875" b="0">
                <a:solidFill>
                  <a:srgbClr val="53647B"/>
                </a:solidFill>
              </a:defRPr>
            </a:pPr>
            <a:endParaRPr sz="1875" b="0" dirty="0">
              <a:solidFill>
                <a:srgbClr val="53647B"/>
              </a:solidFill>
            </a:endParaRPr>
          </a:p>
        </p:txBody>
      </p:sp>
      <p:sp>
        <p:nvSpPr>
          <p:cNvPr id="18" name="object 8">
            <a:extLst>
              <a:ext uri="{FF2B5EF4-FFF2-40B4-BE49-F238E27FC236}">
                <a16:creationId xmlns:a16="http://schemas.microsoft.com/office/drawing/2014/main" id="{497B9910-C3AA-4D5B-A6BF-F92484C0DB37}"/>
              </a:ext>
            </a:extLst>
          </p:cNvPr>
          <p:cNvSpPr txBox="1">
            <a:spLocks/>
          </p:cNvSpPr>
          <p:nvPr/>
        </p:nvSpPr>
        <p:spPr>
          <a:xfrm>
            <a:off x="407087" y="1012540"/>
            <a:ext cx="8763000" cy="2471382"/>
          </a:xfrm>
          <a:prstGeom prst="rect">
            <a:avLst/>
          </a:prstGeom>
        </p:spPr>
        <p:txBody>
          <a:bodyPr vert="horz" wrap="square" lIns="0" tIns="12700" rIns="0" bIns="0" rtlCol="0">
            <a:spAutoFit/>
          </a:bodyPr>
          <a:lstStyle>
            <a:lvl1pPr>
              <a:defRPr sz="2500" b="1" i="0">
                <a:solidFill>
                  <a:srgbClr val="4472C4"/>
                </a:solidFill>
                <a:latin typeface="Arial"/>
                <a:ea typeface="+mj-ea"/>
                <a:cs typeface="Arial"/>
              </a:defRPr>
            </a:lvl1pPr>
          </a:lstStyle>
          <a:p>
            <a:pPr marL="12700" marR="2078355" lvl="0" indent="0" defTabSz="914400" eaLnBrk="1" fontAlgn="auto" latinLnBrk="0" hangingPunct="1">
              <a:lnSpc>
                <a:spcPct val="111500"/>
              </a:lnSpc>
              <a:spcBef>
                <a:spcPts val="100"/>
              </a:spcBef>
              <a:spcAft>
                <a:spcPts val="0"/>
              </a:spcAft>
              <a:buClrTx/>
              <a:buSzTx/>
              <a:buFontTx/>
              <a:buNone/>
              <a:tabLst/>
              <a:defRPr/>
            </a:pPr>
            <a:r>
              <a:rPr kumimoji="0" lang="en-US" altLang="zh-CN" sz="1900" b="1" i="0" u="none" strike="noStrike" kern="0" cap="none" spc="-10" normalizeH="0" baseline="0" noProof="0" dirty="0">
                <a:ln>
                  <a:noFill/>
                </a:ln>
                <a:solidFill>
                  <a:srgbClr val="4472C4"/>
                </a:solidFill>
                <a:effectLst/>
                <a:uLnTx/>
                <a:uFillTx/>
                <a:latin typeface="Arial"/>
                <a:ea typeface="宋体" panose="02010600030101010101" pitchFamily="2" charset="-122"/>
                <a:cs typeface="Arial"/>
              </a:rPr>
              <a:t>Global AI Compute Faculty Development Initiative</a:t>
            </a:r>
            <a:endParaRPr kumimoji="0" lang="zh-CN" altLang="en-US" sz="1900" b="1" i="0" u="none" strike="noStrike" kern="0" cap="none" spc="-10" normalizeH="0" baseline="0" noProof="0" dirty="0">
              <a:ln>
                <a:noFill/>
              </a:ln>
              <a:solidFill>
                <a:srgbClr val="4472C4"/>
              </a:solidFill>
              <a:effectLst/>
              <a:uLnTx/>
              <a:uFillTx/>
              <a:latin typeface="Arial"/>
              <a:ea typeface="宋体" panose="02010600030101010101" pitchFamily="2" charset="-122"/>
              <a:cs typeface="Arial"/>
            </a:endParaRPr>
          </a:p>
          <a:p>
            <a:pPr marL="12700" marR="5080" lvl="0" indent="0" algn="l" defTabSz="914400" eaLnBrk="1" fontAlgn="auto" latinLnBrk="0" hangingPunct="1">
              <a:lnSpc>
                <a:spcPct val="111500"/>
              </a:lnSpc>
              <a:spcBef>
                <a:spcPts val="655"/>
              </a:spcBef>
              <a:spcAft>
                <a:spcPts val="0"/>
              </a:spcAft>
              <a:buClrTx/>
              <a:buSzTx/>
              <a:buFontTx/>
              <a:buNone/>
              <a:tabLst>
                <a:tab pos="978535" algn="l"/>
                <a:tab pos="1787525" algn="l"/>
                <a:tab pos="2597150" algn="l"/>
                <a:tab pos="3093085" algn="l"/>
                <a:tab pos="3598545" algn="l"/>
              </a:tabLst>
              <a:defRPr/>
            </a:pPr>
            <a:r>
              <a:rPr kumimoji="0" lang="en-US" sz="3700" b="1" i="0" u="none" strike="noStrike" kern="0" cap="none" spc="-10" normalizeH="0" baseline="0" noProof="0" dirty="0">
                <a:ln>
                  <a:noFill/>
                </a:ln>
                <a:solidFill>
                  <a:srgbClr val="4472C4"/>
                </a:solidFill>
                <a:effectLst/>
                <a:uLnTx/>
                <a:uFillTx/>
                <a:latin typeface="Arial"/>
                <a:ea typeface="+mj-ea"/>
                <a:cs typeface="Arial"/>
              </a:rPr>
              <a:t>Two Weeks of Learning, </a:t>
            </a:r>
          </a:p>
          <a:p>
            <a:pPr marL="12700" marR="5080" lvl="0" indent="0" algn="l" defTabSz="914400" eaLnBrk="1" fontAlgn="auto" latinLnBrk="0" hangingPunct="1">
              <a:lnSpc>
                <a:spcPct val="111500"/>
              </a:lnSpc>
              <a:spcBef>
                <a:spcPts val="655"/>
              </a:spcBef>
              <a:spcAft>
                <a:spcPts val="0"/>
              </a:spcAft>
              <a:buClrTx/>
              <a:buSzTx/>
              <a:buFontTx/>
              <a:buNone/>
              <a:tabLst>
                <a:tab pos="978535" algn="l"/>
                <a:tab pos="1787525" algn="l"/>
                <a:tab pos="2597150" algn="l"/>
                <a:tab pos="3093085" algn="l"/>
                <a:tab pos="3598545" algn="l"/>
              </a:tabLst>
              <a:defRPr/>
            </a:pPr>
            <a:r>
              <a:rPr kumimoji="0" lang="en-US" sz="3700" b="1" i="0" u="none" strike="noStrike" kern="0" cap="none" spc="-10" normalizeH="0" baseline="0" noProof="0" dirty="0">
                <a:ln>
                  <a:noFill/>
                </a:ln>
                <a:solidFill>
                  <a:srgbClr val="4472C4"/>
                </a:solidFill>
                <a:effectLst/>
                <a:uLnTx/>
                <a:uFillTx/>
                <a:latin typeface="Arial"/>
                <a:ea typeface="+mj-ea"/>
                <a:cs typeface="Arial"/>
              </a:rPr>
              <a:t>Practice, and Connection</a:t>
            </a:r>
          </a:p>
          <a:p>
            <a:pPr marL="12700" marR="5080" lvl="0" indent="0" algn="l" defTabSz="914400" eaLnBrk="1" fontAlgn="auto" latinLnBrk="0" hangingPunct="1">
              <a:lnSpc>
                <a:spcPct val="111500"/>
              </a:lnSpc>
              <a:spcBef>
                <a:spcPts val="655"/>
              </a:spcBef>
              <a:spcAft>
                <a:spcPts val="0"/>
              </a:spcAft>
              <a:buClrTx/>
              <a:buSzTx/>
              <a:buFontTx/>
              <a:buNone/>
              <a:tabLst>
                <a:tab pos="978535" algn="l"/>
                <a:tab pos="1787525" algn="l"/>
                <a:tab pos="2597150" algn="l"/>
                <a:tab pos="3093085" algn="l"/>
                <a:tab pos="3598545" algn="l"/>
              </a:tabLst>
              <a:defRPr/>
            </a:pPr>
            <a:r>
              <a:rPr lang="en-US" sz="3700" kern="0" spc="-10" dirty="0"/>
              <a:t>       ---</a:t>
            </a:r>
            <a:r>
              <a:rPr lang="en-US" altLang="zh-CN" sz="2800" dirty="0"/>
              <a:t>Course Closing Reflections</a:t>
            </a:r>
            <a:endParaRPr kumimoji="0" lang="en-US" sz="3700" b="1" i="0" u="none" strike="noStrike" kern="0" cap="none" spc="0" normalizeH="0" baseline="0" noProof="0" dirty="0">
              <a:ln>
                <a:noFill/>
              </a:ln>
              <a:solidFill>
                <a:srgbClr val="4472C4"/>
              </a:solidFill>
              <a:effectLst/>
              <a:uLnTx/>
              <a:uFillTx/>
              <a:latin typeface="Arial"/>
              <a:ea typeface="+mj-ea"/>
              <a:cs typeface="Arial"/>
            </a:endParaRPr>
          </a:p>
        </p:txBody>
      </p:sp>
      <p:sp>
        <p:nvSpPr>
          <p:cNvPr id="19" name="object 9">
            <a:extLst>
              <a:ext uri="{FF2B5EF4-FFF2-40B4-BE49-F238E27FC236}">
                <a16:creationId xmlns:a16="http://schemas.microsoft.com/office/drawing/2014/main" id="{6144B861-40B4-41D8-B677-016983482C5D}"/>
              </a:ext>
            </a:extLst>
          </p:cNvPr>
          <p:cNvSpPr txBox="1"/>
          <p:nvPr/>
        </p:nvSpPr>
        <p:spPr>
          <a:xfrm>
            <a:off x="628819" y="4037150"/>
            <a:ext cx="1769110" cy="768350"/>
          </a:xfrm>
          <a:prstGeom prst="rect">
            <a:avLst/>
          </a:prstGeom>
        </p:spPr>
        <p:txBody>
          <a:bodyPr vert="horz" wrap="square" lIns="0" tIns="13970" rIns="0" bIns="0" rtlCol="0">
            <a:spAutoFit/>
          </a:bodyPr>
          <a:lstStyle/>
          <a:p>
            <a:pPr algn="ctr">
              <a:lnSpc>
                <a:spcPts val="2070"/>
              </a:lnSpc>
              <a:spcBef>
                <a:spcPts val="110"/>
              </a:spcBef>
            </a:pPr>
            <a:r>
              <a:rPr sz="1750" b="1" kern="0" dirty="0">
                <a:solidFill>
                  <a:srgbClr val="44546A"/>
                </a:solidFill>
                <a:latin typeface="Arial"/>
                <a:cs typeface="Arial"/>
              </a:rPr>
              <a:t>Guojie </a:t>
            </a:r>
            <a:r>
              <a:rPr sz="1750" b="1" kern="0" spc="-25" dirty="0">
                <a:solidFill>
                  <a:srgbClr val="44546A"/>
                </a:solidFill>
                <a:latin typeface="Arial"/>
                <a:cs typeface="Arial"/>
              </a:rPr>
              <a:t>Luo</a:t>
            </a:r>
            <a:endParaRPr sz="1750" kern="0" dirty="0">
              <a:solidFill>
                <a:sysClr val="windowText" lastClr="000000"/>
              </a:solidFill>
              <a:latin typeface="Arial"/>
              <a:cs typeface="Arial"/>
            </a:endParaRPr>
          </a:p>
          <a:p>
            <a:pPr algn="ctr">
              <a:lnSpc>
                <a:spcPts val="1780"/>
              </a:lnSpc>
            </a:pPr>
            <a:endParaRPr sz="1600" kern="0" dirty="0">
              <a:solidFill>
                <a:sysClr val="windowText" lastClr="000000"/>
              </a:solidFill>
              <a:latin typeface="Noto Sans SC Medium"/>
              <a:cs typeface="Noto Sans SC Medium"/>
            </a:endParaRPr>
          </a:p>
          <a:p>
            <a:pPr algn="ctr">
              <a:lnSpc>
                <a:spcPts val="1985"/>
              </a:lnSpc>
            </a:pPr>
            <a:r>
              <a:rPr sz="1750" u="sng" kern="0" spc="-10" dirty="0">
                <a:solidFill>
                  <a:srgbClr val="0563C1"/>
                </a:solidFill>
                <a:uFill>
                  <a:solidFill>
                    <a:srgbClr val="0563C1"/>
                  </a:solidFill>
                </a:uFill>
                <a:latin typeface="Microsoft Sans Serif"/>
                <a:cs typeface="Microsoft Sans Serif"/>
                <a:hlinkClick r:id="rId7"/>
              </a:rPr>
              <a:t>gluo@pku.edu.cn</a:t>
            </a:r>
            <a:endParaRPr sz="1750" kern="0" dirty="0">
              <a:solidFill>
                <a:sysClr val="windowText" lastClr="000000"/>
              </a:solidFill>
              <a:latin typeface="Microsoft Sans Serif"/>
              <a:cs typeface="Microsoft Sans Serif"/>
            </a:endParaRPr>
          </a:p>
        </p:txBody>
      </p:sp>
      <p:sp>
        <p:nvSpPr>
          <p:cNvPr id="20" name="object 10">
            <a:extLst>
              <a:ext uri="{FF2B5EF4-FFF2-40B4-BE49-F238E27FC236}">
                <a16:creationId xmlns:a16="http://schemas.microsoft.com/office/drawing/2014/main" id="{810228C3-2731-4AA1-9F46-3B5BD0B5ADDF}"/>
              </a:ext>
            </a:extLst>
          </p:cNvPr>
          <p:cNvSpPr/>
          <p:nvPr/>
        </p:nvSpPr>
        <p:spPr>
          <a:xfrm>
            <a:off x="1146517" y="4755070"/>
            <a:ext cx="52705" cy="0"/>
          </a:xfrm>
          <a:custGeom>
            <a:avLst/>
            <a:gdLst/>
            <a:ahLst/>
            <a:cxnLst/>
            <a:rect l="l" t="t" r="r" b="b"/>
            <a:pathLst>
              <a:path w="52705">
                <a:moveTo>
                  <a:pt x="0" y="0"/>
                </a:moveTo>
                <a:lnTo>
                  <a:pt x="52651" y="0"/>
                </a:lnTo>
              </a:path>
            </a:pathLst>
          </a:custGeom>
          <a:ln w="16371">
            <a:solidFill>
              <a:srgbClr val="0563C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11">
            <a:extLst>
              <a:ext uri="{FF2B5EF4-FFF2-40B4-BE49-F238E27FC236}">
                <a16:creationId xmlns:a16="http://schemas.microsoft.com/office/drawing/2014/main" id="{B81AD290-8E97-4295-BF9C-B9E08546D437}"/>
              </a:ext>
            </a:extLst>
          </p:cNvPr>
          <p:cNvSpPr txBox="1"/>
          <p:nvPr/>
        </p:nvSpPr>
        <p:spPr>
          <a:xfrm>
            <a:off x="2908352" y="4037150"/>
            <a:ext cx="1880235" cy="768350"/>
          </a:xfrm>
          <a:prstGeom prst="rect">
            <a:avLst/>
          </a:prstGeom>
        </p:spPr>
        <p:txBody>
          <a:bodyPr vert="horz" wrap="square" lIns="0" tIns="13970" rIns="0" bIns="0" rtlCol="0">
            <a:spAutoFit/>
          </a:bodyPr>
          <a:lstStyle/>
          <a:p>
            <a:pPr algn="ctr">
              <a:lnSpc>
                <a:spcPts val="2070"/>
              </a:lnSpc>
              <a:spcBef>
                <a:spcPts val="110"/>
              </a:spcBef>
            </a:pPr>
            <a:r>
              <a:rPr sz="1750" b="1" kern="0" dirty="0">
                <a:solidFill>
                  <a:srgbClr val="44546A"/>
                </a:solidFill>
                <a:latin typeface="Arial"/>
                <a:cs typeface="Arial"/>
              </a:rPr>
              <a:t>Jing </a:t>
            </a:r>
            <a:r>
              <a:rPr sz="1750" b="1" kern="0" spc="-20" dirty="0">
                <a:solidFill>
                  <a:srgbClr val="44546A"/>
                </a:solidFill>
                <a:latin typeface="Arial"/>
                <a:cs typeface="Arial"/>
              </a:rPr>
              <a:t>Wang</a:t>
            </a:r>
            <a:endParaRPr sz="1750" kern="0">
              <a:solidFill>
                <a:sysClr val="windowText" lastClr="000000"/>
              </a:solidFill>
              <a:latin typeface="Arial"/>
              <a:cs typeface="Arial"/>
            </a:endParaRPr>
          </a:p>
          <a:p>
            <a:pPr algn="ctr">
              <a:lnSpc>
                <a:spcPts val="1780"/>
              </a:lnSpc>
            </a:pPr>
            <a:endParaRPr sz="1600" kern="0">
              <a:solidFill>
                <a:sysClr val="windowText" lastClr="000000"/>
              </a:solidFill>
              <a:latin typeface="Noto Sans SC Medium"/>
              <a:cs typeface="Noto Sans SC Medium"/>
            </a:endParaRPr>
          </a:p>
          <a:p>
            <a:pPr algn="ctr">
              <a:lnSpc>
                <a:spcPts val="1985"/>
              </a:lnSpc>
            </a:pPr>
            <a:r>
              <a:rPr sz="1750" kern="0" spc="-10" dirty="0">
                <a:solidFill>
                  <a:srgbClr val="0563C1"/>
                </a:solidFill>
                <a:latin typeface="Microsoft Sans Serif"/>
                <a:cs typeface="Microsoft Sans Serif"/>
                <a:hlinkClick r:id="rId8"/>
              </a:rPr>
              <a:t>j</a:t>
            </a:r>
            <a:r>
              <a:rPr sz="1750" u="sng" kern="0" spc="-10" dirty="0">
                <a:solidFill>
                  <a:srgbClr val="0563C1"/>
                </a:solidFill>
                <a:uFill>
                  <a:solidFill>
                    <a:srgbClr val="0563C1"/>
                  </a:solidFill>
                </a:uFill>
                <a:latin typeface="Microsoft Sans Serif"/>
                <a:cs typeface="Microsoft Sans Serif"/>
                <a:hlinkClick r:id="rId8"/>
              </a:rPr>
              <a:t>wang@ruc.edu.cn</a:t>
            </a:r>
            <a:endParaRPr sz="1750" kern="0">
              <a:solidFill>
                <a:sysClr val="windowText" lastClr="000000"/>
              </a:solidFill>
              <a:latin typeface="Microsoft Sans Serif"/>
              <a:cs typeface="Microsoft Sans Serif"/>
            </a:endParaRPr>
          </a:p>
        </p:txBody>
      </p:sp>
      <p:sp>
        <p:nvSpPr>
          <p:cNvPr id="22" name="object 12">
            <a:extLst>
              <a:ext uri="{FF2B5EF4-FFF2-40B4-BE49-F238E27FC236}">
                <a16:creationId xmlns:a16="http://schemas.microsoft.com/office/drawing/2014/main" id="{D169A2C9-133E-42E1-A592-780D1F383DA3}"/>
              </a:ext>
            </a:extLst>
          </p:cNvPr>
          <p:cNvSpPr/>
          <p:nvPr/>
        </p:nvSpPr>
        <p:spPr>
          <a:xfrm>
            <a:off x="3587469" y="4755070"/>
            <a:ext cx="52705" cy="0"/>
          </a:xfrm>
          <a:custGeom>
            <a:avLst/>
            <a:gdLst/>
            <a:ahLst/>
            <a:cxnLst/>
            <a:rect l="l" t="t" r="r" b="b"/>
            <a:pathLst>
              <a:path w="52704">
                <a:moveTo>
                  <a:pt x="0" y="0"/>
                </a:moveTo>
                <a:lnTo>
                  <a:pt x="52651" y="0"/>
                </a:lnTo>
              </a:path>
            </a:pathLst>
          </a:custGeom>
          <a:ln w="16371">
            <a:solidFill>
              <a:srgbClr val="0563C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13">
            <a:extLst>
              <a:ext uri="{FF2B5EF4-FFF2-40B4-BE49-F238E27FC236}">
                <a16:creationId xmlns:a16="http://schemas.microsoft.com/office/drawing/2014/main" id="{CB9EF36D-A89B-4322-8ACB-B315858D4FB6}"/>
              </a:ext>
            </a:extLst>
          </p:cNvPr>
          <p:cNvSpPr txBox="1"/>
          <p:nvPr/>
        </p:nvSpPr>
        <p:spPr>
          <a:xfrm>
            <a:off x="628819" y="4968186"/>
            <a:ext cx="2920365" cy="294005"/>
          </a:xfrm>
          <a:prstGeom prst="rect">
            <a:avLst/>
          </a:prstGeom>
        </p:spPr>
        <p:txBody>
          <a:bodyPr vert="horz" wrap="square" lIns="0" tIns="13970" rIns="0" bIns="0" rtlCol="0">
            <a:spAutoFit/>
          </a:bodyPr>
          <a:lstStyle/>
          <a:p>
            <a:pPr marL="12700">
              <a:spcBef>
                <a:spcPts val="110"/>
              </a:spcBef>
            </a:pPr>
            <a:r>
              <a:rPr sz="1750" kern="0" dirty="0">
                <a:solidFill>
                  <a:srgbClr val="44546A"/>
                </a:solidFill>
                <a:latin typeface="Microsoft Sans Serif"/>
                <a:cs typeface="Microsoft Sans Serif"/>
              </a:rPr>
              <a:t>October</a:t>
            </a:r>
            <a:r>
              <a:rPr sz="1750" kern="0" spc="20" dirty="0">
                <a:solidFill>
                  <a:srgbClr val="44546A"/>
                </a:solidFill>
                <a:latin typeface="Microsoft Sans Serif"/>
                <a:cs typeface="Microsoft Sans Serif"/>
              </a:rPr>
              <a:t> </a:t>
            </a:r>
            <a:r>
              <a:rPr sz="1750" kern="0" dirty="0">
                <a:solidFill>
                  <a:srgbClr val="44546A"/>
                </a:solidFill>
                <a:latin typeface="Microsoft Sans Serif"/>
                <a:cs typeface="Microsoft Sans Serif"/>
              </a:rPr>
              <a:t>2026</a:t>
            </a:r>
            <a:r>
              <a:rPr sz="1750" kern="0" spc="20" dirty="0">
                <a:solidFill>
                  <a:srgbClr val="44546A"/>
                </a:solidFill>
                <a:latin typeface="Microsoft Sans Serif"/>
                <a:cs typeface="Microsoft Sans Serif"/>
              </a:rPr>
              <a:t> </a:t>
            </a:r>
            <a:r>
              <a:rPr sz="1750" kern="0" spc="95" dirty="0">
                <a:solidFill>
                  <a:srgbClr val="44546A"/>
                </a:solidFill>
                <a:latin typeface="Microsoft Sans Serif"/>
                <a:cs typeface="Microsoft Sans Serif"/>
              </a:rPr>
              <a:t>·</a:t>
            </a:r>
            <a:r>
              <a:rPr sz="1750" kern="0" spc="20" dirty="0">
                <a:solidFill>
                  <a:srgbClr val="44546A"/>
                </a:solidFill>
                <a:latin typeface="Microsoft Sans Serif"/>
                <a:cs typeface="Microsoft Sans Serif"/>
              </a:rPr>
              <a:t> </a:t>
            </a:r>
            <a:r>
              <a:rPr sz="1750" kern="0" dirty="0">
                <a:solidFill>
                  <a:srgbClr val="44546A"/>
                </a:solidFill>
                <a:latin typeface="Microsoft Sans Serif"/>
                <a:cs typeface="Microsoft Sans Serif"/>
              </a:rPr>
              <a:t>2nd</a:t>
            </a:r>
            <a:r>
              <a:rPr sz="1750" kern="0" spc="20" dirty="0">
                <a:solidFill>
                  <a:srgbClr val="44546A"/>
                </a:solidFill>
                <a:latin typeface="Microsoft Sans Serif"/>
                <a:cs typeface="Microsoft Sans Serif"/>
              </a:rPr>
              <a:t> </a:t>
            </a:r>
            <a:r>
              <a:rPr lang="en-US" altLang="zh-CN" sz="1750" kern="0" spc="-10" dirty="0">
                <a:solidFill>
                  <a:srgbClr val="44546A"/>
                </a:solidFill>
                <a:latin typeface="Microsoft Sans Serif"/>
                <a:cs typeface="Microsoft Sans Serif"/>
              </a:rPr>
              <a:t>AICFD</a:t>
            </a:r>
            <a:endParaRPr sz="1750" kern="0" dirty="0">
              <a:solidFill>
                <a:sysClr val="windowText" lastClr="000000"/>
              </a:solidFill>
              <a:latin typeface="Microsoft Sans Serif"/>
              <a:cs typeface="Microsoft Sans Serif"/>
            </a:endParaRPr>
          </a:p>
        </p:txBody>
      </p:sp>
      <p:sp>
        <p:nvSpPr>
          <p:cNvPr id="24" name="object 13">
            <a:extLst>
              <a:ext uri="{FF2B5EF4-FFF2-40B4-BE49-F238E27FC236}">
                <a16:creationId xmlns:a16="http://schemas.microsoft.com/office/drawing/2014/main" id="{93FE2DA9-F689-472E-86D5-1678FA4656FD}"/>
              </a:ext>
            </a:extLst>
          </p:cNvPr>
          <p:cNvSpPr txBox="1"/>
          <p:nvPr/>
        </p:nvSpPr>
        <p:spPr>
          <a:xfrm>
            <a:off x="88900" y="5598456"/>
            <a:ext cx="2920365" cy="260328"/>
          </a:xfrm>
          <a:prstGeom prst="rect">
            <a:avLst/>
          </a:prstGeom>
        </p:spPr>
        <p:txBody>
          <a:bodyPr vert="horz" wrap="square" lIns="0" tIns="13970" rIns="0" bIns="0" rtlCol="0">
            <a:spAutoFit/>
          </a:bodyPr>
          <a:lstStyle/>
          <a:p>
            <a:pPr marL="12700">
              <a:spcBef>
                <a:spcPts val="110"/>
              </a:spcBef>
            </a:pPr>
            <a:r>
              <a:rPr lang="en-US" altLang="zh-CN" sz="1600" kern="0" dirty="0">
                <a:solidFill>
                  <a:prstClr val="white">
                    <a:lumMod val="65000"/>
                  </a:prstClr>
                </a:solidFill>
                <a:latin typeface="Microsoft Sans Serif"/>
                <a:cs typeface="Microsoft Sans Serif"/>
              </a:rPr>
              <a:t>Supported by UNDP</a:t>
            </a:r>
            <a:endParaRPr sz="1600" kern="0" dirty="0">
              <a:solidFill>
                <a:prstClr val="white">
                  <a:lumMod val="65000"/>
                </a:prstClr>
              </a:solidFill>
              <a:latin typeface="Microsoft Sans Serif"/>
              <a:cs typeface="Microsoft Sans Serif"/>
            </a:endParaRPr>
          </a:p>
        </p:txBody>
      </p:sp>
    </p:spTree>
    <p:extLst>
      <p:ext uri="{BB962C8B-B14F-4D97-AF65-F5344CB8AC3E}">
        <p14:creationId xmlns:p14="http://schemas.microsoft.com/office/powerpoint/2010/main" val="887854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93160F84-5B1E-415B-A50F-3BEF6CF26D3F}"/>
              </a:ext>
            </a:extLst>
          </p:cNvPr>
          <p:cNvSpPr>
            <a:spLocks noGrp="1"/>
          </p:cNvSpPr>
          <p:nvPr/>
        </p:nvSpPr>
        <p:spPr>
          <a:xfrm>
            <a:off x="0" y="0"/>
            <a:ext cx="10706100" cy="47625"/>
          </a:xfrm>
          <a:prstGeom prst="rect">
            <a:avLst/>
          </a:prstGeom>
          <a:solidFill>
            <a:srgbClr val="4675C8"/>
          </a:solidFill>
          <a:ln w="0">
            <a:noFill/>
            <a:prstDash val="solid"/>
          </a:ln>
        </p:spPr>
      </p:sp>
      <p:sp>
        <p:nvSpPr>
          <p:cNvPr id="14" name="矩形 13">
            <a:extLst>
              <a:ext uri="{FF2B5EF4-FFF2-40B4-BE49-F238E27FC236}">
                <a16:creationId xmlns:a16="http://schemas.microsoft.com/office/drawing/2014/main" id="{A26CB3B8-A1AA-46E3-B91F-E337E25AE562}"/>
              </a:ext>
            </a:extLst>
          </p:cNvPr>
          <p:cNvSpPr>
            <a:spLocks noGrp="1"/>
          </p:cNvSpPr>
          <p:nvPr/>
        </p:nvSpPr>
        <p:spPr>
          <a:xfrm>
            <a:off x="0" y="61913"/>
            <a:ext cx="10668000" cy="523875"/>
          </a:xfrm>
          <a:prstGeom prst="rect">
            <a:avLst/>
          </a:prstGeom>
          <a:noFill/>
          <a:ln w="0">
            <a:noFill/>
            <a:prstDash val="solid"/>
          </a:ln>
        </p:spPr>
        <p:txBody>
          <a:bodyPr anchor="ctr"/>
          <a:lstStyle>
            <a:defPPr algn="l">
              <a:defRPr sz="2925" b="1">
                <a:solidFill>
                  <a:srgbClr val="102D4C"/>
                </a:solidFill>
              </a:defRPr>
            </a:defPPr>
            <a:lvl1pPr algn="l">
              <a:defRPr sz="2925" b="1">
                <a:solidFill>
                  <a:srgbClr val="102D4C"/>
                </a:solidFill>
              </a:defRPr>
            </a:lvl1pPr>
            <a:lvl2pPr algn="l">
              <a:defRPr sz="2925" b="1">
                <a:solidFill>
                  <a:srgbClr val="102D4C"/>
                </a:solidFill>
              </a:defRPr>
            </a:lvl2pPr>
            <a:lvl3pPr algn="l">
              <a:defRPr sz="2925" b="1">
                <a:solidFill>
                  <a:srgbClr val="102D4C"/>
                </a:solidFill>
              </a:defRPr>
            </a:lvl3pPr>
            <a:lvl4pPr algn="l">
              <a:defRPr sz="2925" b="1">
                <a:solidFill>
                  <a:srgbClr val="102D4C"/>
                </a:solidFill>
              </a:defRPr>
            </a:lvl4pPr>
            <a:lvl5pPr algn="l">
              <a:defRPr sz="2925" b="1">
                <a:solidFill>
                  <a:srgbClr val="102D4C"/>
                </a:solidFill>
              </a:defRPr>
            </a:lvl5pPr>
            <a:lvl6pPr algn="l">
              <a:defRPr sz="2925" b="1">
                <a:solidFill>
                  <a:srgbClr val="102D4C"/>
                </a:solidFill>
              </a:defRPr>
            </a:lvl6pPr>
            <a:lvl7pPr algn="l">
              <a:defRPr sz="2925" b="1">
                <a:solidFill>
                  <a:srgbClr val="102D4C"/>
                </a:solidFill>
              </a:defRPr>
            </a:lvl7pPr>
            <a:lvl8pPr algn="l">
              <a:defRPr sz="2925" b="1">
                <a:solidFill>
                  <a:srgbClr val="102D4C"/>
                </a:solidFill>
              </a:defRPr>
            </a:lvl8pPr>
            <a:lvl9pPr algn="l">
              <a:defRPr sz="2925" b="1">
                <a:solidFill>
                  <a:srgbClr val="102D4C"/>
                </a:solidFill>
              </a:defRPr>
            </a:lvl9pPr>
          </a:lstStyle>
          <a:p>
            <a:pPr algn="l">
              <a:defRPr sz="2925" b="1">
                <a:solidFill>
                  <a:srgbClr val="102D4C"/>
                </a:solidFill>
              </a:defRPr>
            </a:pPr>
            <a:r>
              <a:rPr sz="2925" b="1" dirty="0">
                <a:solidFill>
                  <a:srgbClr val="102D4C"/>
                </a:solidFill>
              </a:rPr>
              <a:t>Two-Week Intensive Course Overview</a:t>
            </a:r>
          </a:p>
        </p:txBody>
      </p:sp>
      <p:sp>
        <p:nvSpPr>
          <p:cNvPr id="15" name="矩形 14">
            <a:extLst>
              <a:ext uri="{FF2B5EF4-FFF2-40B4-BE49-F238E27FC236}">
                <a16:creationId xmlns:a16="http://schemas.microsoft.com/office/drawing/2014/main" id="{90D81335-5BBA-43A8-AD9A-26174F22CF01}"/>
              </a:ext>
            </a:extLst>
          </p:cNvPr>
          <p:cNvSpPr>
            <a:spLocks noGrp="1"/>
          </p:cNvSpPr>
          <p:nvPr/>
        </p:nvSpPr>
        <p:spPr>
          <a:xfrm>
            <a:off x="19050" y="557213"/>
            <a:ext cx="10668000" cy="304800"/>
          </a:xfrm>
          <a:prstGeom prst="rect">
            <a:avLst/>
          </a:prstGeom>
          <a:noFill/>
          <a:ln w="0">
            <a:noFill/>
            <a:prstDash val="solid"/>
          </a:ln>
        </p:spPr>
        <p:txBody>
          <a:bodyPr anchor="ctr"/>
          <a:lstStyle>
            <a:defPPr algn="l">
              <a:defRPr sz="1350" b="0">
                <a:solidFill>
                  <a:srgbClr val="52657A"/>
                </a:solidFill>
              </a:defRPr>
            </a:defPPr>
            <a:lvl1pPr algn="l">
              <a:defRPr sz="1350" b="0">
                <a:solidFill>
                  <a:srgbClr val="52657A"/>
                </a:solidFill>
              </a:defRPr>
            </a:lvl1pPr>
            <a:lvl2pPr algn="l">
              <a:defRPr sz="1350" b="0">
                <a:solidFill>
                  <a:srgbClr val="52657A"/>
                </a:solidFill>
              </a:defRPr>
            </a:lvl2pPr>
            <a:lvl3pPr algn="l">
              <a:defRPr sz="1350" b="0">
                <a:solidFill>
                  <a:srgbClr val="52657A"/>
                </a:solidFill>
              </a:defRPr>
            </a:lvl3pPr>
            <a:lvl4pPr algn="l">
              <a:defRPr sz="1350" b="0">
                <a:solidFill>
                  <a:srgbClr val="52657A"/>
                </a:solidFill>
              </a:defRPr>
            </a:lvl4pPr>
            <a:lvl5pPr algn="l">
              <a:defRPr sz="1350" b="0">
                <a:solidFill>
                  <a:srgbClr val="52657A"/>
                </a:solidFill>
              </a:defRPr>
            </a:lvl5pPr>
            <a:lvl6pPr algn="l">
              <a:defRPr sz="1350" b="0">
                <a:solidFill>
                  <a:srgbClr val="52657A"/>
                </a:solidFill>
              </a:defRPr>
            </a:lvl6pPr>
            <a:lvl7pPr algn="l">
              <a:defRPr sz="1350" b="0">
                <a:solidFill>
                  <a:srgbClr val="52657A"/>
                </a:solidFill>
              </a:defRPr>
            </a:lvl7pPr>
            <a:lvl8pPr algn="l">
              <a:defRPr sz="1350" b="0">
                <a:solidFill>
                  <a:srgbClr val="52657A"/>
                </a:solidFill>
              </a:defRPr>
            </a:lvl8pPr>
            <a:lvl9pPr algn="l">
              <a:defRPr sz="1350" b="0">
                <a:solidFill>
                  <a:srgbClr val="52657A"/>
                </a:solidFill>
              </a:defRPr>
            </a:lvl9pPr>
          </a:lstStyle>
          <a:p>
            <a:pPr algn="l">
              <a:defRPr sz="1350" b="0">
                <a:solidFill>
                  <a:srgbClr val="52657A"/>
                </a:solidFill>
              </a:defRPr>
            </a:pPr>
            <a:r>
              <a:rPr sz="1350" b="0" dirty="0">
                <a:solidFill>
                  <a:srgbClr val="52657A"/>
                </a:solidFill>
              </a:rPr>
              <a:t>Five core modules and eight hands-on labs combine 15 hours of lectures with 20 hours of practice.</a:t>
            </a:r>
          </a:p>
        </p:txBody>
      </p:sp>
      <p:sp>
        <p:nvSpPr>
          <p:cNvPr id="16" name="矩形 15">
            <a:extLst>
              <a:ext uri="{FF2B5EF4-FFF2-40B4-BE49-F238E27FC236}">
                <a16:creationId xmlns:a16="http://schemas.microsoft.com/office/drawing/2014/main" id="{8BECFFBF-D115-48A6-8E31-8D67078A4A82}"/>
              </a:ext>
            </a:extLst>
          </p:cNvPr>
          <p:cNvSpPr>
            <a:spLocks noGrp="1"/>
          </p:cNvSpPr>
          <p:nvPr/>
        </p:nvSpPr>
        <p:spPr>
          <a:xfrm>
            <a:off x="0" y="1004888"/>
            <a:ext cx="10706100" cy="1352550"/>
          </a:xfrm>
          <a:prstGeom prst="rect">
            <a:avLst/>
          </a:prstGeom>
          <a:solidFill>
            <a:srgbClr val="102D4C"/>
          </a:solidFill>
          <a:ln w="0">
            <a:solidFill>
              <a:schemeClr val="accent1"/>
            </a:solidFill>
            <a:prstDash val="solid"/>
          </a:ln>
        </p:spPr>
        <p:txBody>
          <a:bodyPr/>
          <a:lstStyle/>
          <a:p>
            <a:endParaRPr lang="zh-CN" altLang="en-US" dirty="0"/>
          </a:p>
        </p:txBody>
      </p:sp>
      <p:sp>
        <p:nvSpPr>
          <p:cNvPr id="17" name="矩形 16">
            <a:extLst>
              <a:ext uri="{FF2B5EF4-FFF2-40B4-BE49-F238E27FC236}">
                <a16:creationId xmlns:a16="http://schemas.microsoft.com/office/drawing/2014/main" id="{F6312920-436B-4629-8EA0-D45EE0F28861}"/>
              </a:ext>
            </a:extLst>
          </p:cNvPr>
          <p:cNvSpPr>
            <a:spLocks noGrp="1"/>
          </p:cNvSpPr>
          <p:nvPr/>
        </p:nvSpPr>
        <p:spPr>
          <a:xfrm>
            <a:off x="2543175" y="1262063"/>
            <a:ext cx="9525" cy="895350"/>
          </a:xfrm>
          <a:prstGeom prst="rect">
            <a:avLst/>
          </a:prstGeom>
          <a:solidFill>
            <a:srgbClr val="53708D"/>
          </a:solidFill>
          <a:ln w="0">
            <a:noFill/>
            <a:prstDash val="solid"/>
          </a:ln>
        </p:spPr>
      </p:sp>
      <p:sp>
        <p:nvSpPr>
          <p:cNvPr id="18" name="矩形 17">
            <a:extLst>
              <a:ext uri="{FF2B5EF4-FFF2-40B4-BE49-F238E27FC236}">
                <a16:creationId xmlns:a16="http://schemas.microsoft.com/office/drawing/2014/main" id="{B5ADD720-71C5-4812-8B12-39717B8ACA62}"/>
              </a:ext>
            </a:extLst>
          </p:cNvPr>
          <p:cNvSpPr>
            <a:spLocks noGrp="1"/>
          </p:cNvSpPr>
          <p:nvPr/>
        </p:nvSpPr>
        <p:spPr>
          <a:xfrm>
            <a:off x="5086350" y="1262063"/>
            <a:ext cx="9525" cy="895350"/>
          </a:xfrm>
          <a:prstGeom prst="rect">
            <a:avLst/>
          </a:prstGeom>
          <a:solidFill>
            <a:srgbClr val="53708D"/>
          </a:solidFill>
          <a:ln w="0">
            <a:noFill/>
            <a:prstDash val="solid"/>
          </a:ln>
        </p:spPr>
      </p:sp>
      <p:sp>
        <p:nvSpPr>
          <p:cNvPr id="19" name="矩形 18">
            <a:extLst>
              <a:ext uri="{FF2B5EF4-FFF2-40B4-BE49-F238E27FC236}">
                <a16:creationId xmlns:a16="http://schemas.microsoft.com/office/drawing/2014/main" id="{B458220E-0908-4F89-8F0E-150F387B7E6F}"/>
              </a:ext>
            </a:extLst>
          </p:cNvPr>
          <p:cNvSpPr>
            <a:spLocks noGrp="1"/>
          </p:cNvSpPr>
          <p:nvPr/>
        </p:nvSpPr>
        <p:spPr>
          <a:xfrm>
            <a:off x="8143875" y="1262063"/>
            <a:ext cx="9525" cy="895350"/>
          </a:xfrm>
          <a:prstGeom prst="rect">
            <a:avLst/>
          </a:prstGeom>
          <a:solidFill>
            <a:srgbClr val="53708D"/>
          </a:solidFill>
          <a:ln w="0">
            <a:noFill/>
            <a:prstDash val="solid"/>
          </a:ln>
        </p:spPr>
      </p:sp>
      <p:sp>
        <p:nvSpPr>
          <p:cNvPr id="20" name="矩形 19">
            <a:extLst>
              <a:ext uri="{FF2B5EF4-FFF2-40B4-BE49-F238E27FC236}">
                <a16:creationId xmlns:a16="http://schemas.microsoft.com/office/drawing/2014/main" id="{FCB427F5-40F1-4C77-8FB1-7DAC5429CEEB}"/>
              </a:ext>
            </a:extLst>
          </p:cNvPr>
          <p:cNvSpPr>
            <a:spLocks noGrp="1"/>
          </p:cNvSpPr>
          <p:nvPr/>
        </p:nvSpPr>
        <p:spPr>
          <a:xfrm>
            <a:off x="171450" y="1204913"/>
            <a:ext cx="838200" cy="552450"/>
          </a:xfrm>
          <a:prstGeom prst="rect">
            <a:avLst/>
          </a:prstGeom>
          <a:noFill/>
          <a:ln w="0">
            <a:noFill/>
            <a:prstDash val="solid"/>
          </a:ln>
        </p:spPr>
        <p:txBody>
          <a:bodyPr anchor="ctr"/>
          <a:lstStyle>
            <a:defPPr algn="l">
              <a:defRPr sz="3375" b="1">
                <a:solidFill>
                  <a:srgbClr val="FFFFFF"/>
                </a:solidFill>
              </a:defRPr>
            </a:defPPr>
            <a:lvl1pPr algn="l">
              <a:defRPr sz="3375" b="1">
                <a:solidFill>
                  <a:srgbClr val="FFFFFF"/>
                </a:solidFill>
              </a:defRPr>
            </a:lvl1pPr>
            <a:lvl2pPr algn="l">
              <a:defRPr sz="3375" b="1">
                <a:solidFill>
                  <a:srgbClr val="FFFFFF"/>
                </a:solidFill>
              </a:defRPr>
            </a:lvl2pPr>
            <a:lvl3pPr algn="l">
              <a:defRPr sz="3375" b="1">
                <a:solidFill>
                  <a:srgbClr val="FFFFFF"/>
                </a:solidFill>
              </a:defRPr>
            </a:lvl3pPr>
            <a:lvl4pPr algn="l">
              <a:defRPr sz="3375" b="1">
                <a:solidFill>
                  <a:srgbClr val="FFFFFF"/>
                </a:solidFill>
              </a:defRPr>
            </a:lvl4pPr>
            <a:lvl5pPr algn="l">
              <a:defRPr sz="3375" b="1">
                <a:solidFill>
                  <a:srgbClr val="FFFFFF"/>
                </a:solidFill>
              </a:defRPr>
            </a:lvl5pPr>
            <a:lvl6pPr algn="l">
              <a:defRPr sz="3375" b="1">
                <a:solidFill>
                  <a:srgbClr val="FFFFFF"/>
                </a:solidFill>
              </a:defRPr>
            </a:lvl6pPr>
            <a:lvl7pPr algn="l">
              <a:defRPr sz="3375" b="1">
                <a:solidFill>
                  <a:srgbClr val="FFFFFF"/>
                </a:solidFill>
              </a:defRPr>
            </a:lvl7pPr>
            <a:lvl8pPr algn="l">
              <a:defRPr sz="3375" b="1">
                <a:solidFill>
                  <a:srgbClr val="FFFFFF"/>
                </a:solidFill>
              </a:defRPr>
            </a:lvl8pPr>
            <a:lvl9pPr algn="l">
              <a:defRPr sz="3375" b="1">
                <a:solidFill>
                  <a:srgbClr val="FFFFFF"/>
                </a:solidFill>
              </a:defRPr>
            </a:lvl9pPr>
          </a:lstStyle>
          <a:p>
            <a:pPr algn="l">
              <a:defRPr sz="3375" b="1">
                <a:solidFill>
                  <a:srgbClr val="FFFFFF"/>
                </a:solidFill>
              </a:defRPr>
            </a:pPr>
            <a:r>
              <a:rPr sz="3375" b="1">
                <a:solidFill>
                  <a:srgbClr val="FFFFFF"/>
                </a:solidFill>
              </a:rPr>
              <a:t>5</a:t>
            </a:r>
          </a:p>
        </p:txBody>
      </p:sp>
      <p:sp>
        <p:nvSpPr>
          <p:cNvPr id="21" name="矩形 20">
            <a:extLst>
              <a:ext uri="{FF2B5EF4-FFF2-40B4-BE49-F238E27FC236}">
                <a16:creationId xmlns:a16="http://schemas.microsoft.com/office/drawing/2014/main" id="{57072CAB-6546-49A4-BBB1-9DAF47E814D5}"/>
              </a:ext>
            </a:extLst>
          </p:cNvPr>
          <p:cNvSpPr>
            <a:spLocks noGrp="1"/>
          </p:cNvSpPr>
          <p:nvPr/>
        </p:nvSpPr>
        <p:spPr>
          <a:xfrm>
            <a:off x="1009650" y="1243013"/>
            <a:ext cx="1362075" cy="266700"/>
          </a:xfrm>
          <a:prstGeom prst="rect">
            <a:avLst/>
          </a:prstGeom>
          <a:noFill/>
          <a:ln w="0">
            <a:noFill/>
            <a:prstDash val="solid"/>
          </a:ln>
        </p:spPr>
        <p:txBody>
          <a:bodyPr anchor="ctr"/>
          <a:lstStyle>
            <a:defPPr algn="l">
              <a:defRPr sz="1200" b="1">
                <a:solidFill>
                  <a:srgbClr val="D9E5F0"/>
                </a:solidFill>
              </a:defRPr>
            </a:defPPr>
            <a:lvl1pPr algn="l">
              <a:defRPr sz="1200" b="1">
                <a:solidFill>
                  <a:srgbClr val="D9E5F0"/>
                </a:solidFill>
              </a:defRPr>
            </a:lvl1pPr>
            <a:lvl2pPr algn="l">
              <a:defRPr sz="1200" b="1">
                <a:solidFill>
                  <a:srgbClr val="D9E5F0"/>
                </a:solidFill>
              </a:defRPr>
            </a:lvl2pPr>
            <a:lvl3pPr algn="l">
              <a:defRPr sz="1200" b="1">
                <a:solidFill>
                  <a:srgbClr val="D9E5F0"/>
                </a:solidFill>
              </a:defRPr>
            </a:lvl3pPr>
            <a:lvl4pPr algn="l">
              <a:defRPr sz="1200" b="1">
                <a:solidFill>
                  <a:srgbClr val="D9E5F0"/>
                </a:solidFill>
              </a:defRPr>
            </a:lvl4pPr>
            <a:lvl5pPr algn="l">
              <a:defRPr sz="1200" b="1">
                <a:solidFill>
                  <a:srgbClr val="D9E5F0"/>
                </a:solidFill>
              </a:defRPr>
            </a:lvl5pPr>
            <a:lvl6pPr algn="l">
              <a:defRPr sz="1200" b="1">
                <a:solidFill>
                  <a:srgbClr val="D9E5F0"/>
                </a:solidFill>
              </a:defRPr>
            </a:lvl6pPr>
            <a:lvl7pPr algn="l">
              <a:defRPr sz="1200" b="1">
                <a:solidFill>
                  <a:srgbClr val="D9E5F0"/>
                </a:solidFill>
              </a:defRPr>
            </a:lvl7pPr>
            <a:lvl8pPr algn="l">
              <a:defRPr sz="1200" b="1">
                <a:solidFill>
                  <a:srgbClr val="D9E5F0"/>
                </a:solidFill>
              </a:defRPr>
            </a:lvl8pPr>
            <a:lvl9pPr algn="l">
              <a:defRPr sz="1200" b="1">
                <a:solidFill>
                  <a:srgbClr val="D9E5F0"/>
                </a:solidFill>
              </a:defRPr>
            </a:lvl9pPr>
          </a:lstStyle>
          <a:p>
            <a:pPr algn="l">
              <a:defRPr sz="1200" b="1">
                <a:solidFill>
                  <a:srgbClr val="D9E5F0"/>
                </a:solidFill>
              </a:defRPr>
            </a:pPr>
            <a:r>
              <a:rPr sz="1200" b="1" dirty="0">
                <a:solidFill>
                  <a:srgbClr val="D9E5F0"/>
                </a:solidFill>
              </a:rPr>
              <a:t>CORE MODULES</a:t>
            </a:r>
          </a:p>
        </p:txBody>
      </p:sp>
      <p:sp>
        <p:nvSpPr>
          <p:cNvPr id="22" name="矩形 21">
            <a:extLst>
              <a:ext uri="{FF2B5EF4-FFF2-40B4-BE49-F238E27FC236}">
                <a16:creationId xmlns:a16="http://schemas.microsoft.com/office/drawing/2014/main" id="{37EB5082-ADAA-42D3-B0BD-39AD1D77F9C6}"/>
              </a:ext>
            </a:extLst>
          </p:cNvPr>
          <p:cNvSpPr>
            <a:spLocks noGrp="1"/>
          </p:cNvSpPr>
          <p:nvPr/>
        </p:nvSpPr>
        <p:spPr>
          <a:xfrm>
            <a:off x="1009650" y="1547813"/>
            <a:ext cx="1381125" cy="409575"/>
          </a:xfrm>
          <a:prstGeom prst="rect">
            <a:avLst/>
          </a:prstGeom>
          <a:noFill/>
          <a:ln w="0">
            <a:noFill/>
            <a:prstDash val="solid"/>
          </a:ln>
        </p:spPr>
        <p:txBody>
          <a:bodyPr anchor="ctr"/>
          <a:lstStyle>
            <a:defPPr algn="l">
              <a:defRPr sz="1050" b="0">
                <a:solidFill>
                  <a:srgbClr val="B8C8D7"/>
                </a:solidFill>
              </a:defRPr>
            </a:defPPr>
            <a:lvl1pPr algn="l">
              <a:defRPr sz="1050" b="0">
                <a:solidFill>
                  <a:srgbClr val="B8C8D7"/>
                </a:solidFill>
              </a:defRPr>
            </a:lvl1pPr>
            <a:lvl2pPr algn="l">
              <a:defRPr sz="1050" b="0">
                <a:solidFill>
                  <a:srgbClr val="B8C8D7"/>
                </a:solidFill>
              </a:defRPr>
            </a:lvl2pPr>
            <a:lvl3pPr algn="l">
              <a:defRPr sz="1050" b="0">
                <a:solidFill>
                  <a:srgbClr val="B8C8D7"/>
                </a:solidFill>
              </a:defRPr>
            </a:lvl3pPr>
            <a:lvl4pPr algn="l">
              <a:defRPr sz="1050" b="0">
                <a:solidFill>
                  <a:srgbClr val="B8C8D7"/>
                </a:solidFill>
              </a:defRPr>
            </a:lvl4pPr>
            <a:lvl5pPr algn="l">
              <a:defRPr sz="1050" b="0">
                <a:solidFill>
                  <a:srgbClr val="B8C8D7"/>
                </a:solidFill>
              </a:defRPr>
            </a:lvl5pPr>
            <a:lvl6pPr algn="l">
              <a:defRPr sz="1050" b="0">
                <a:solidFill>
                  <a:srgbClr val="B8C8D7"/>
                </a:solidFill>
              </a:defRPr>
            </a:lvl6pPr>
            <a:lvl7pPr algn="l">
              <a:defRPr sz="1050" b="0">
                <a:solidFill>
                  <a:srgbClr val="B8C8D7"/>
                </a:solidFill>
              </a:defRPr>
            </a:lvl7pPr>
            <a:lvl8pPr algn="l">
              <a:defRPr sz="1050" b="0">
                <a:solidFill>
                  <a:srgbClr val="B8C8D7"/>
                </a:solidFill>
              </a:defRPr>
            </a:lvl8pPr>
            <a:lvl9pPr algn="l">
              <a:defRPr sz="1050" b="0">
                <a:solidFill>
                  <a:srgbClr val="B8C8D7"/>
                </a:solidFill>
              </a:defRPr>
            </a:lvl9pPr>
          </a:lstStyle>
          <a:p>
            <a:pPr algn="l">
              <a:defRPr sz="1050" b="0">
                <a:solidFill>
                  <a:srgbClr val="B8C8D7"/>
                </a:solidFill>
              </a:defRPr>
            </a:pPr>
            <a:r>
              <a:rPr sz="1050" b="0">
                <a:solidFill>
                  <a:srgbClr val="B8C8D7"/>
                </a:solidFill>
              </a:rPr>
              <a:t>A complete systems curriculum</a:t>
            </a:r>
          </a:p>
        </p:txBody>
      </p:sp>
      <p:sp>
        <p:nvSpPr>
          <p:cNvPr id="23" name="矩形 22">
            <a:extLst>
              <a:ext uri="{FF2B5EF4-FFF2-40B4-BE49-F238E27FC236}">
                <a16:creationId xmlns:a16="http://schemas.microsoft.com/office/drawing/2014/main" id="{92FA71BC-F8A7-4107-9F33-9CD654B584F4}"/>
              </a:ext>
            </a:extLst>
          </p:cNvPr>
          <p:cNvSpPr>
            <a:spLocks noGrp="1"/>
          </p:cNvSpPr>
          <p:nvPr/>
        </p:nvSpPr>
        <p:spPr>
          <a:xfrm>
            <a:off x="2733675" y="1204913"/>
            <a:ext cx="885825" cy="552450"/>
          </a:xfrm>
          <a:prstGeom prst="rect">
            <a:avLst/>
          </a:prstGeom>
          <a:noFill/>
          <a:ln w="0">
            <a:noFill/>
            <a:prstDash val="solid"/>
          </a:ln>
        </p:spPr>
        <p:txBody>
          <a:bodyPr anchor="ctr"/>
          <a:lstStyle>
            <a:defPPr algn="l">
              <a:defRPr sz="3375" b="1">
                <a:solidFill>
                  <a:srgbClr val="FFFFFF"/>
                </a:solidFill>
              </a:defRPr>
            </a:defPPr>
            <a:lvl1pPr algn="l">
              <a:defRPr sz="3375" b="1">
                <a:solidFill>
                  <a:srgbClr val="FFFFFF"/>
                </a:solidFill>
              </a:defRPr>
            </a:lvl1pPr>
            <a:lvl2pPr algn="l">
              <a:defRPr sz="3375" b="1">
                <a:solidFill>
                  <a:srgbClr val="FFFFFF"/>
                </a:solidFill>
              </a:defRPr>
            </a:lvl2pPr>
            <a:lvl3pPr algn="l">
              <a:defRPr sz="3375" b="1">
                <a:solidFill>
                  <a:srgbClr val="FFFFFF"/>
                </a:solidFill>
              </a:defRPr>
            </a:lvl3pPr>
            <a:lvl4pPr algn="l">
              <a:defRPr sz="3375" b="1">
                <a:solidFill>
                  <a:srgbClr val="FFFFFF"/>
                </a:solidFill>
              </a:defRPr>
            </a:lvl4pPr>
            <a:lvl5pPr algn="l">
              <a:defRPr sz="3375" b="1">
                <a:solidFill>
                  <a:srgbClr val="FFFFFF"/>
                </a:solidFill>
              </a:defRPr>
            </a:lvl5pPr>
            <a:lvl6pPr algn="l">
              <a:defRPr sz="3375" b="1">
                <a:solidFill>
                  <a:srgbClr val="FFFFFF"/>
                </a:solidFill>
              </a:defRPr>
            </a:lvl6pPr>
            <a:lvl7pPr algn="l">
              <a:defRPr sz="3375" b="1">
                <a:solidFill>
                  <a:srgbClr val="FFFFFF"/>
                </a:solidFill>
              </a:defRPr>
            </a:lvl7pPr>
            <a:lvl8pPr algn="l">
              <a:defRPr sz="3375" b="1">
                <a:solidFill>
                  <a:srgbClr val="FFFFFF"/>
                </a:solidFill>
              </a:defRPr>
            </a:lvl8pPr>
            <a:lvl9pPr algn="l">
              <a:defRPr sz="3375" b="1">
                <a:solidFill>
                  <a:srgbClr val="FFFFFF"/>
                </a:solidFill>
              </a:defRPr>
            </a:lvl9pPr>
          </a:lstStyle>
          <a:p>
            <a:pPr algn="l">
              <a:defRPr sz="3375" b="1">
                <a:solidFill>
                  <a:srgbClr val="FFFFFF"/>
                </a:solidFill>
              </a:defRPr>
            </a:pPr>
            <a:r>
              <a:rPr sz="3375" b="1">
                <a:solidFill>
                  <a:srgbClr val="FFFFFF"/>
                </a:solidFill>
              </a:rPr>
              <a:t>15</a:t>
            </a:r>
          </a:p>
        </p:txBody>
      </p:sp>
      <p:sp>
        <p:nvSpPr>
          <p:cNvPr id="24" name="矩形 23">
            <a:extLst>
              <a:ext uri="{FF2B5EF4-FFF2-40B4-BE49-F238E27FC236}">
                <a16:creationId xmlns:a16="http://schemas.microsoft.com/office/drawing/2014/main" id="{9C1F01D6-1D52-43DA-84C8-268B4A2C7838}"/>
              </a:ext>
            </a:extLst>
          </p:cNvPr>
          <p:cNvSpPr>
            <a:spLocks noGrp="1"/>
          </p:cNvSpPr>
          <p:nvPr/>
        </p:nvSpPr>
        <p:spPr>
          <a:xfrm>
            <a:off x="3609975" y="1243013"/>
            <a:ext cx="1333500" cy="266700"/>
          </a:xfrm>
          <a:prstGeom prst="rect">
            <a:avLst/>
          </a:prstGeom>
          <a:noFill/>
          <a:ln w="0">
            <a:noFill/>
            <a:prstDash val="solid"/>
          </a:ln>
        </p:spPr>
        <p:txBody>
          <a:bodyPr anchor="ctr"/>
          <a:lstStyle>
            <a:defPPr algn="l">
              <a:defRPr sz="1200" b="1">
                <a:solidFill>
                  <a:srgbClr val="D9E5F0"/>
                </a:solidFill>
              </a:defRPr>
            </a:defPPr>
            <a:lvl1pPr algn="l">
              <a:defRPr sz="1200" b="1">
                <a:solidFill>
                  <a:srgbClr val="D9E5F0"/>
                </a:solidFill>
              </a:defRPr>
            </a:lvl1pPr>
            <a:lvl2pPr algn="l">
              <a:defRPr sz="1200" b="1">
                <a:solidFill>
                  <a:srgbClr val="D9E5F0"/>
                </a:solidFill>
              </a:defRPr>
            </a:lvl2pPr>
            <a:lvl3pPr algn="l">
              <a:defRPr sz="1200" b="1">
                <a:solidFill>
                  <a:srgbClr val="D9E5F0"/>
                </a:solidFill>
              </a:defRPr>
            </a:lvl3pPr>
            <a:lvl4pPr algn="l">
              <a:defRPr sz="1200" b="1">
                <a:solidFill>
                  <a:srgbClr val="D9E5F0"/>
                </a:solidFill>
              </a:defRPr>
            </a:lvl4pPr>
            <a:lvl5pPr algn="l">
              <a:defRPr sz="1200" b="1">
                <a:solidFill>
                  <a:srgbClr val="D9E5F0"/>
                </a:solidFill>
              </a:defRPr>
            </a:lvl5pPr>
            <a:lvl6pPr algn="l">
              <a:defRPr sz="1200" b="1">
                <a:solidFill>
                  <a:srgbClr val="D9E5F0"/>
                </a:solidFill>
              </a:defRPr>
            </a:lvl6pPr>
            <a:lvl7pPr algn="l">
              <a:defRPr sz="1200" b="1">
                <a:solidFill>
                  <a:srgbClr val="D9E5F0"/>
                </a:solidFill>
              </a:defRPr>
            </a:lvl7pPr>
            <a:lvl8pPr algn="l">
              <a:defRPr sz="1200" b="1">
                <a:solidFill>
                  <a:srgbClr val="D9E5F0"/>
                </a:solidFill>
              </a:defRPr>
            </a:lvl8pPr>
            <a:lvl9pPr algn="l">
              <a:defRPr sz="1200" b="1">
                <a:solidFill>
                  <a:srgbClr val="D9E5F0"/>
                </a:solidFill>
              </a:defRPr>
            </a:lvl9pPr>
          </a:lstStyle>
          <a:p>
            <a:pPr algn="l">
              <a:defRPr sz="1200" b="1">
                <a:solidFill>
                  <a:srgbClr val="D9E5F0"/>
                </a:solidFill>
              </a:defRPr>
            </a:pPr>
            <a:r>
              <a:rPr sz="1200" b="1">
                <a:solidFill>
                  <a:srgbClr val="D9E5F0"/>
                </a:solidFill>
              </a:rPr>
              <a:t>LECTURE HOURS</a:t>
            </a:r>
          </a:p>
        </p:txBody>
      </p:sp>
      <p:sp>
        <p:nvSpPr>
          <p:cNvPr id="25" name="矩形 24">
            <a:extLst>
              <a:ext uri="{FF2B5EF4-FFF2-40B4-BE49-F238E27FC236}">
                <a16:creationId xmlns:a16="http://schemas.microsoft.com/office/drawing/2014/main" id="{AE6CDB90-1B7A-4F64-BDF1-FE277EC630EC}"/>
              </a:ext>
            </a:extLst>
          </p:cNvPr>
          <p:cNvSpPr>
            <a:spLocks noGrp="1"/>
          </p:cNvSpPr>
          <p:nvPr/>
        </p:nvSpPr>
        <p:spPr>
          <a:xfrm>
            <a:off x="3609975" y="1547813"/>
            <a:ext cx="1285875" cy="409575"/>
          </a:xfrm>
          <a:prstGeom prst="rect">
            <a:avLst/>
          </a:prstGeom>
          <a:noFill/>
          <a:ln w="0">
            <a:noFill/>
            <a:prstDash val="solid"/>
          </a:ln>
        </p:spPr>
        <p:txBody>
          <a:bodyPr anchor="ctr"/>
          <a:lstStyle>
            <a:defPPr algn="l">
              <a:defRPr sz="1050" b="0">
                <a:solidFill>
                  <a:srgbClr val="B8C8D7"/>
                </a:solidFill>
              </a:defRPr>
            </a:defPPr>
            <a:lvl1pPr algn="l">
              <a:defRPr sz="1050" b="0">
                <a:solidFill>
                  <a:srgbClr val="B8C8D7"/>
                </a:solidFill>
              </a:defRPr>
            </a:lvl1pPr>
            <a:lvl2pPr algn="l">
              <a:defRPr sz="1050" b="0">
                <a:solidFill>
                  <a:srgbClr val="B8C8D7"/>
                </a:solidFill>
              </a:defRPr>
            </a:lvl2pPr>
            <a:lvl3pPr algn="l">
              <a:defRPr sz="1050" b="0">
                <a:solidFill>
                  <a:srgbClr val="B8C8D7"/>
                </a:solidFill>
              </a:defRPr>
            </a:lvl3pPr>
            <a:lvl4pPr algn="l">
              <a:defRPr sz="1050" b="0">
                <a:solidFill>
                  <a:srgbClr val="B8C8D7"/>
                </a:solidFill>
              </a:defRPr>
            </a:lvl4pPr>
            <a:lvl5pPr algn="l">
              <a:defRPr sz="1050" b="0">
                <a:solidFill>
                  <a:srgbClr val="B8C8D7"/>
                </a:solidFill>
              </a:defRPr>
            </a:lvl5pPr>
            <a:lvl6pPr algn="l">
              <a:defRPr sz="1050" b="0">
                <a:solidFill>
                  <a:srgbClr val="B8C8D7"/>
                </a:solidFill>
              </a:defRPr>
            </a:lvl6pPr>
            <a:lvl7pPr algn="l">
              <a:defRPr sz="1050" b="0">
                <a:solidFill>
                  <a:srgbClr val="B8C8D7"/>
                </a:solidFill>
              </a:defRPr>
            </a:lvl7pPr>
            <a:lvl8pPr algn="l">
              <a:defRPr sz="1050" b="0">
                <a:solidFill>
                  <a:srgbClr val="B8C8D7"/>
                </a:solidFill>
              </a:defRPr>
            </a:lvl8pPr>
            <a:lvl9pPr algn="l">
              <a:defRPr sz="1050" b="0">
                <a:solidFill>
                  <a:srgbClr val="B8C8D7"/>
                </a:solidFill>
              </a:defRPr>
            </a:lvl9pPr>
          </a:lstStyle>
          <a:p>
            <a:pPr algn="l">
              <a:defRPr sz="1050" b="0">
                <a:solidFill>
                  <a:srgbClr val="B8C8D7"/>
                </a:solidFill>
              </a:defRPr>
            </a:pPr>
            <a:r>
              <a:rPr sz="1050" b="0">
                <a:solidFill>
                  <a:srgbClr val="B8C8D7"/>
                </a:solidFill>
              </a:rPr>
              <a:t>Core concepts and methods</a:t>
            </a:r>
          </a:p>
        </p:txBody>
      </p:sp>
      <p:sp>
        <p:nvSpPr>
          <p:cNvPr id="26" name="矩形 25">
            <a:extLst>
              <a:ext uri="{FF2B5EF4-FFF2-40B4-BE49-F238E27FC236}">
                <a16:creationId xmlns:a16="http://schemas.microsoft.com/office/drawing/2014/main" id="{29F2EA36-C622-4A2C-8230-B1D3CA0B8834}"/>
              </a:ext>
            </a:extLst>
          </p:cNvPr>
          <p:cNvSpPr>
            <a:spLocks noGrp="1"/>
          </p:cNvSpPr>
          <p:nvPr/>
        </p:nvSpPr>
        <p:spPr>
          <a:xfrm>
            <a:off x="5295900" y="1204913"/>
            <a:ext cx="647700" cy="552450"/>
          </a:xfrm>
          <a:prstGeom prst="rect">
            <a:avLst/>
          </a:prstGeom>
          <a:noFill/>
          <a:ln w="0">
            <a:noFill/>
            <a:prstDash val="solid"/>
          </a:ln>
        </p:spPr>
        <p:txBody>
          <a:bodyPr anchor="ctr"/>
          <a:lstStyle>
            <a:defPPr algn="l">
              <a:defRPr sz="3375" b="1">
                <a:solidFill>
                  <a:srgbClr val="F4C86E"/>
                </a:solidFill>
              </a:defRPr>
            </a:defPPr>
            <a:lvl1pPr algn="l">
              <a:defRPr sz="3375" b="1">
                <a:solidFill>
                  <a:srgbClr val="F4C86E"/>
                </a:solidFill>
              </a:defRPr>
            </a:lvl1pPr>
            <a:lvl2pPr algn="l">
              <a:defRPr sz="3375" b="1">
                <a:solidFill>
                  <a:srgbClr val="F4C86E"/>
                </a:solidFill>
              </a:defRPr>
            </a:lvl2pPr>
            <a:lvl3pPr algn="l">
              <a:defRPr sz="3375" b="1">
                <a:solidFill>
                  <a:srgbClr val="F4C86E"/>
                </a:solidFill>
              </a:defRPr>
            </a:lvl3pPr>
            <a:lvl4pPr algn="l">
              <a:defRPr sz="3375" b="1">
                <a:solidFill>
                  <a:srgbClr val="F4C86E"/>
                </a:solidFill>
              </a:defRPr>
            </a:lvl4pPr>
            <a:lvl5pPr algn="l">
              <a:defRPr sz="3375" b="1">
                <a:solidFill>
                  <a:srgbClr val="F4C86E"/>
                </a:solidFill>
              </a:defRPr>
            </a:lvl5pPr>
            <a:lvl6pPr algn="l">
              <a:defRPr sz="3375" b="1">
                <a:solidFill>
                  <a:srgbClr val="F4C86E"/>
                </a:solidFill>
              </a:defRPr>
            </a:lvl6pPr>
            <a:lvl7pPr algn="l">
              <a:defRPr sz="3375" b="1">
                <a:solidFill>
                  <a:srgbClr val="F4C86E"/>
                </a:solidFill>
              </a:defRPr>
            </a:lvl7pPr>
            <a:lvl8pPr algn="l">
              <a:defRPr sz="3375" b="1">
                <a:solidFill>
                  <a:srgbClr val="F4C86E"/>
                </a:solidFill>
              </a:defRPr>
            </a:lvl8pPr>
            <a:lvl9pPr algn="l">
              <a:defRPr sz="3375" b="1">
                <a:solidFill>
                  <a:srgbClr val="F4C86E"/>
                </a:solidFill>
              </a:defRPr>
            </a:lvl9pPr>
          </a:lstStyle>
          <a:p>
            <a:pPr algn="l">
              <a:defRPr sz="3375" b="1">
                <a:solidFill>
                  <a:srgbClr val="F4C86E"/>
                </a:solidFill>
              </a:defRPr>
            </a:pPr>
            <a:r>
              <a:rPr sz="3375" b="1">
                <a:solidFill>
                  <a:srgbClr val="F4C86E"/>
                </a:solidFill>
              </a:rPr>
              <a:t>8</a:t>
            </a:r>
          </a:p>
        </p:txBody>
      </p:sp>
      <p:sp>
        <p:nvSpPr>
          <p:cNvPr id="27" name="矩形 26">
            <a:extLst>
              <a:ext uri="{FF2B5EF4-FFF2-40B4-BE49-F238E27FC236}">
                <a16:creationId xmlns:a16="http://schemas.microsoft.com/office/drawing/2014/main" id="{DAFB1490-9F4C-405D-B88D-865D3DA204F6}"/>
              </a:ext>
            </a:extLst>
          </p:cNvPr>
          <p:cNvSpPr>
            <a:spLocks noGrp="1"/>
          </p:cNvSpPr>
          <p:nvPr/>
        </p:nvSpPr>
        <p:spPr>
          <a:xfrm>
            <a:off x="5953125" y="1243013"/>
            <a:ext cx="1847850" cy="266700"/>
          </a:xfrm>
          <a:prstGeom prst="rect">
            <a:avLst/>
          </a:prstGeom>
          <a:noFill/>
          <a:ln w="0">
            <a:noFill/>
            <a:prstDash val="solid"/>
          </a:ln>
        </p:spPr>
        <p:txBody>
          <a:bodyPr anchor="ctr"/>
          <a:lstStyle>
            <a:defPPr algn="l">
              <a:defRPr sz="1200" b="1">
                <a:solidFill>
                  <a:srgbClr val="F8E0AB"/>
                </a:solidFill>
              </a:defRPr>
            </a:defPPr>
            <a:lvl1pPr algn="l">
              <a:defRPr sz="1200" b="1">
                <a:solidFill>
                  <a:srgbClr val="F8E0AB"/>
                </a:solidFill>
              </a:defRPr>
            </a:lvl1pPr>
            <a:lvl2pPr algn="l">
              <a:defRPr sz="1200" b="1">
                <a:solidFill>
                  <a:srgbClr val="F8E0AB"/>
                </a:solidFill>
              </a:defRPr>
            </a:lvl2pPr>
            <a:lvl3pPr algn="l">
              <a:defRPr sz="1200" b="1">
                <a:solidFill>
                  <a:srgbClr val="F8E0AB"/>
                </a:solidFill>
              </a:defRPr>
            </a:lvl3pPr>
            <a:lvl4pPr algn="l">
              <a:defRPr sz="1200" b="1">
                <a:solidFill>
                  <a:srgbClr val="F8E0AB"/>
                </a:solidFill>
              </a:defRPr>
            </a:lvl4pPr>
            <a:lvl5pPr algn="l">
              <a:defRPr sz="1200" b="1">
                <a:solidFill>
                  <a:srgbClr val="F8E0AB"/>
                </a:solidFill>
              </a:defRPr>
            </a:lvl5pPr>
            <a:lvl6pPr algn="l">
              <a:defRPr sz="1200" b="1">
                <a:solidFill>
                  <a:srgbClr val="F8E0AB"/>
                </a:solidFill>
              </a:defRPr>
            </a:lvl6pPr>
            <a:lvl7pPr algn="l">
              <a:defRPr sz="1200" b="1">
                <a:solidFill>
                  <a:srgbClr val="F8E0AB"/>
                </a:solidFill>
              </a:defRPr>
            </a:lvl7pPr>
            <a:lvl8pPr algn="l">
              <a:defRPr sz="1200" b="1">
                <a:solidFill>
                  <a:srgbClr val="F8E0AB"/>
                </a:solidFill>
              </a:defRPr>
            </a:lvl8pPr>
            <a:lvl9pPr algn="l">
              <a:defRPr sz="1200" b="1">
                <a:solidFill>
                  <a:srgbClr val="F8E0AB"/>
                </a:solidFill>
              </a:defRPr>
            </a:lvl9pPr>
          </a:lstStyle>
          <a:p>
            <a:pPr algn="l">
              <a:defRPr sz="1200" b="1">
                <a:solidFill>
                  <a:srgbClr val="F8E0AB"/>
                </a:solidFill>
              </a:defRPr>
            </a:pPr>
            <a:r>
              <a:rPr sz="1200" b="1">
                <a:solidFill>
                  <a:srgbClr val="F8E0AB"/>
                </a:solidFill>
              </a:rPr>
              <a:t>HANDS-ON LABS</a:t>
            </a:r>
          </a:p>
        </p:txBody>
      </p:sp>
      <p:sp>
        <p:nvSpPr>
          <p:cNvPr id="28" name="矩形 27">
            <a:extLst>
              <a:ext uri="{FF2B5EF4-FFF2-40B4-BE49-F238E27FC236}">
                <a16:creationId xmlns:a16="http://schemas.microsoft.com/office/drawing/2014/main" id="{8F9C1DE5-A1C6-42BE-851F-931D35FB9656}"/>
              </a:ext>
            </a:extLst>
          </p:cNvPr>
          <p:cNvSpPr>
            <a:spLocks noGrp="1"/>
          </p:cNvSpPr>
          <p:nvPr/>
        </p:nvSpPr>
        <p:spPr>
          <a:xfrm>
            <a:off x="5953125" y="1547813"/>
            <a:ext cx="1857375" cy="409575"/>
          </a:xfrm>
          <a:prstGeom prst="rect">
            <a:avLst/>
          </a:prstGeom>
          <a:noFill/>
          <a:ln w="0">
            <a:noFill/>
            <a:prstDash val="solid"/>
          </a:ln>
        </p:spPr>
        <p:txBody>
          <a:bodyPr anchor="ctr"/>
          <a:lstStyle>
            <a:defPPr algn="l">
              <a:defRPr sz="1050" b="0">
                <a:solidFill>
                  <a:srgbClr val="DCC898"/>
                </a:solidFill>
              </a:defRPr>
            </a:defPPr>
            <a:lvl1pPr algn="l">
              <a:defRPr sz="1050" b="0">
                <a:solidFill>
                  <a:srgbClr val="DCC898"/>
                </a:solidFill>
              </a:defRPr>
            </a:lvl1pPr>
            <a:lvl2pPr algn="l">
              <a:defRPr sz="1050" b="0">
                <a:solidFill>
                  <a:srgbClr val="DCC898"/>
                </a:solidFill>
              </a:defRPr>
            </a:lvl2pPr>
            <a:lvl3pPr algn="l">
              <a:defRPr sz="1050" b="0">
                <a:solidFill>
                  <a:srgbClr val="DCC898"/>
                </a:solidFill>
              </a:defRPr>
            </a:lvl3pPr>
            <a:lvl4pPr algn="l">
              <a:defRPr sz="1050" b="0">
                <a:solidFill>
                  <a:srgbClr val="DCC898"/>
                </a:solidFill>
              </a:defRPr>
            </a:lvl4pPr>
            <a:lvl5pPr algn="l">
              <a:defRPr sz="1050" b="0">
                <a:solidFill>
                  <a:srgbClr val="DCC898"/>
                </a:solidFill>
              </a:defRPr>
            </a:lvl5pPr>
            <a:lvl6pPr algn="l">
              <a:defRPr sz="1050" b="0">
                <a:solidFill>
                  <a:srgbClr val="DCC898"/>
                </a:solidFill>
              </a:defRPr>
            </a:lvl6pPr>
            <a:lvl7pPr algn="l">
              <a:defRPr sz="1050" b="0">
                <a:solidFill>
                  <a:srgbClr val="DCC898"/>
                </a:solidFill>
              </a:defRPr>
            </a:lvl7pPr>
            <a:lvl8pPr algn="l">
              <a:defRPr sz="1050" b="0">
                <a:solidFill>
                  <a:srgbClr val="DCC898"/>
                </a:solidFill>
              </a:defRPr>
            </a:lvl8pPr>
            <a:lvl9pPr algn="l">
              <a:defRPr sz="1050" b="0">
                <a:solidFill>
                  <a:srgbClr val="DCC898"/>
                </a:solidFill>
              </a:defRPr>
            </a:lvl9pPr>
          </a:lstStyle>
          <a:p>
            <a:pPr algn="l">
              <a:defRPr sz="1050" b="0">
                <a:solidFill>
                  <a:srgbClr val="DCC898"/>
                </a:solidFill>
              </a:defRPr>
            </a:pPr>
            <a:r>
              <a:rPr sz="1050" b="0">
                <a:solidFill>
                  <a:srgbClr val="DCC898"/>
                </a:solidFill>
              </a:rPr>
              <a:t>20 hours of guided practice</a:t>
            </a:r>
          </a:p>
        </p:txBody>
      </p:sp>
      <p:sp>
        <p:nvSpPr>
          <p:cNvPr id="29" name="矩形 28">
            <a:extLst>
              <a:ext uri="{FF2B5EF4-FFF2-40B4-BE49-F238E27FC236}">
                <a16:creationId xmlns:a16="http://schemas.microsoft.com/office/drawing/2014/main" id="{781300F6-1DED-4F75-8EA2-289B13BAF580}"/>
              </a:ext>
            </a:extLst>
          </p:cNvPr>
          <p:cNvSpPr>
            <a:spLocks noGrp="1"/>
          </p:cNvSpPr>
          <p:nvPr/>
        </p:nvSpPr>
        <p:spPr>
          <a:xfrm>
            <a:off x="8372475" y="1204913"/>
            <a:ext cx="885825" cy="552450"/>
          </a:xfrm>
          <a:prstGeom prst="rect">
            <a:avLst/>
          </a:prstGeom>
          <a:noFill/>
          <a:ln w="0">
            <a:noFill/>
            <a:prstDash val="solid"/>
          </a:ln>
        </p:spPr>
        <p:txBody>
          <a:bodyPr anchor="ctr"/>
          <a:lstStyle>
            <a:defPPr algn="l">
              <a:defRPr sz="3375" b="1">
                <a:solidFill>
                  <a:srgbClr val="FFFFFF"/>
                </a:solidFill>
              </a:defRPr>
            </a:defPPr>
            <a:lvl1pPr algn="l">
              <a:defRPr sz="3375" b="1">
                <a:solidFill>
                  <a:srgbClr val="FFFFFF"/>
                </a:solidFill>
              </a:defRPr>
            </a:lvl1pPr>
            <a:lvl2pPr algn="l">
              <a:defRPr sz="3375" b="1">
                <a:solidFill>
                  <a:srgbClr val="FFFFFF"/>
                </a:solidFill>
              </a:defRPr>
            </a:lvl2pPr>
            <a:lvl3pPr algn="l">
              <a:defRPr sz="3375" b="1">
                <a:solidFill>
                  <a:srgbClr val="FFFFFF"/>
                </a:solidFill>
              </a:defRPr>
            </a:lvl3pPr>
            <a:lvl4pPr algn="l">
              <a:defRPr sz="3375" b="1">
                <a:solidFill>
                  <a:srgbClr val="FFFFFF"/>
                </a:solidFill>
              </a:defRPr>
            </a:lvl4pPr>
            <a:lvl5pPr algn="l">
              <a:defRPr sz="3375" b="1">
                <a:solidFill>
                  <a:srgbClr val="FFFFFF"/>
                </a:solidFill>
              </a:defRPr>
            </a:lvl5pPr>
            <a:lvl6pPr algn="l">
              <a:defRPr sz="3375" b="1">
                <a:solidFill>
                  <a:srgbClr val="FFFFFF"/>
                </a:solidFill>
              </a:defRPr>
            </a:lvl6pPr>
            <a:lvl7pPr algn="l">
              <a:defRPr sz="3375" b="1">
                <a:solidFill>
                  <a:srgbClr val="FFFFFF"/>
                </a:solidFill>
              </a:defRPr>
            </a:lvl7pPr>
            <a:lvl8pPr algn="l">
              <a:defRPr sz="3375" b="1">
                <a:solidFill>
                  <a:srgbClr val="FFFFFF"/>
                </a:solidFill>
              </a:defRPr>
            </a:lvl8pPr>
            <a:lvl9pPr algn="l">
              <a:defRPr sz="3375" b="1">
                <a:solidFill>
                  <a:srgbClr val="FFFFFF"/>
                </a:solidFill>
              </a:defRPr>
            </a:lvl9pPr>
          </a:lstStyle>
          <a:p>
            <a:pPr algn="l">
              <a:defRPr sz="3375" b="1">
                <a:solidFill>
                  <a:srgbClr val="FFFFFF"/>
                </a:solidFill>
              </a:defRPr>
            </a:pPr>
            <a:r>
              <a:rPr sz="3375" b="1">
                <a:solidFill>
                  <a:srgbClr val="FFFFFF"/>
                </a:solidFill>
              </a:rPr>
              <a:t>35</a:t>
            </a:r>
          </a:p>
        </p:txBody>
      </p:sp>
      <p:sp>
        <p:nvSpPr>
          <p:cNvPr id="30" name="矩形 29">
            <a:extLst>
              <a:ext uri="{FF2B5EF4-FFF2-40B4-BE49-F238E27FC236}">
                <a16:creationId xmlns:a16="http://schemas.microsoft.com/office/drawing/2014/main" id="{CF5108E0-B3B5-4268-A86A-89D77AD3B341}"/>
              </a:ext>
            </a:extLst>
          </p:cNvPr>
          <p:cNvSpPr>
            <a:spLocks noGrp="1"/>
          </p:cNvSpPr>
          <p:nvPr/>
        </p:nvSpPr>
        <p:spPr>
          <a:xfrm>
            <a:off x="9267825" y="1243013"/>
            <a:ext cx="1571625" cy="266700"/>
          </a:xfrm>
          <a:prstGeom prst="rect">
            <a:avLst/>
          </a:prstGeom>
          <a:noFill/>
          <a:ln w="0">
            <a:noFill/>
            <a:prstDash val="solid"/>
          </a:ln>
        </p:spPr>
        <p:txBody>
          <a:bodyPr anchor="ctr"/>
          <a:lstStyle>
            <a:defPPr algn="l">
              <a:defRPr sz="1200" b="1">
                <a:solidFill>
                  <a:srgbClr val="D9E5F0"/>
                </a:solidFill>
              </a:defRPr>
            </a:defPPr>
            <a:lvl1pPr algn="l">
              <a:defRPr sz="1200" b="1">
                <a:solidFill>
                  <a:srgbClr val="D9E5F0"/>
                </a:solidFill>
              </a:defRPr>
            </a:lvl1pPr>
            <a:lvl2pPr algn="l">
              <a:defRPr sz="1200" b="1">
                <a:solidFill>
                  <a:srgbClr val="D9E5F0"/>
                </a:solidFill>
              </a:defRPr>
            </a:lvl2pPr>
            <a:lvl3pPr algn="l">
              <a:defRPr sz="1200" b="1">
                <a:solidFill>
                  <a:srgbClr val="D9E5F0"/>
                </a:solidFill>
              </a:defRPr>
            </a:lvl3pPr>
            <a:lvl4pPr algn="l">
              <a:defRPr sz="1200" b="1">
                <a:solidFill>
                  <a:srgbClr val="D9E5F0"/>
                </a:solidFill>
              </a:defRPr>
            </a:lvl4pPr>
            <a:lvl5pPr algn="l">
              <a:defRPr sz="1200" b="1">
                <a:solidFill>
                  <a:srgbClr val="D9E5F0"/>
                </a:solidFill>
              </a:defRPr>
            </a:lvl5pPr>
            <a:lvl6pPr algn="l">
              <a:defRPr sz="1200" b="1">
                <a:solidFill>
                  <a:srgbClr val="D9E5F0"/>
                </a:solidFill>
              </a:defRPr>
            </a:lvl6pPr>
            <a:lvl7pPr algn="l">
              <a:defRPr sz="1200" b="1">
                <a:solidFill>
                  <a:srgbClr val="D9E5F0"/>
                </a:solidFill>
              </a:defRPr>
            </a:lvl7pPr>
            <a:lvl8pPr algn="l">
              <a:defRPr sz="1200" b="1">
                <a:solidFill>
                  <a:srgbClr val="D9E5F0"/>
                </a:solidFill>
              </a:defRPr>
            </a:lvl8pPr>
            <a:lvl9pPr algn="l">
              <a:defRPr sz="1200" b="1">
                <a:solidFill>
                  <a:srgbClr val="D9E5F0"/>
                </a:solidFill>
              </a:defRPr>
            </a:lvl9pPr>
          </a:lstStyle>
          <a:p>
            <a:pPr algn="l">
              <a:defRPr sz="1200" b="1">
                <a:solidFill>
                  <a:srgbClr val="D9E5F0"/>
                </a:solidFill>
              </a:defRPr>
            </a:pPr>
            <a:r>
              <a:rPr sz="1200" b="1">
                <a:solidFill>
                  <a:srgbClr val="D9E5F0"/>
                </a:solidFill>
              </a:rPr>
              <a:t>TOTAL HOURS</a:t>
            </a:r>
          </a:p>
        </p:txBody>
      </p:sp>
      <p:sp>
        <p:nvSpPr>
          <p:cNvPr id="31" name="矩形 30">
            <a:extLst>
              <a:ext uri="{FF2B5EF4-FFF2-40B4-BE49-F238E27FC236}">
                <a16:creationId xmlns:a16="http://schemas.microsoft.com/office/drawing/2014/main" id="{B0B6AF7D-9D78-404C-AE86-43AFD21BCEF5}"/>
              </a:ext>
            </a:extLst>
          </p:cNvPr>
          <p:cNvSpPr>
            <a:spLocks noGrp="1"/>
          </p:cNvSpPr>
          <p:nvPr/>
        </p:nvSpPr>
        <p:spPr>
          <a:xfrm>
            <a:off x="9267825" y="1547813"/>
            <a:ext cx="1619250" cy="409575"/>
          </a:xfrm>
          <a:prstGeom prst="rect">
            <a:avLst/>
          </a:prstGeom>
          <a:noFill/>
          <a:ln w="0">
            <a:noFill/>
            <a:prstDash val="solid"/>
          </a:ln>
        </p:spPr>
        <p:txBody>
          <a:bodyPr anchor="ctr"/>
          <a:lstStyle>
            <a:defPPr algn="l">
              <a:defRPr sz="1050" b="0">
                <a:solidFill>
                  <a:srgbClr val="B8C8D7"/>
                </a:solidFill>
              </a:defRPr>
            </a:defPPr>
            <a:lvl1pPr algn="l">
              <a:defRPr sz="1050" b="0">
                <a:solidFill>
                  <a:srgbClr val="B8C8D7"/>
                </a:solidFill>
              </a:defRPr>
            </a:lvl1pPr>
            <a:lvl2pPr algn="l">
              <a:defRPr sz="1050" b="0">
                <a:solidFill>
                  <a:srgbClr val="B8C8D7"/>
                </a:solidFill>
              </a:defRPr>
            </a:lvl2pPr>
            <a:lvl3pPr algn="l">
              <a:defRPr sz="1050" b="0">
                <a:solidFill>
                  <a:srgbClr val="B8C8D7"/>
                </a:solidFill>
              </a:defRPr>
            </a:lvl3pPr>
            <a:lvl4pPr algn="l">
              <a:defRPr sz="1050" b="0">
                <a:solidFill>
                  <a:srgbClr val="B8C8D7"/>
                </a:solidFill>
              </a:defRPr>
            </a:lvl4pPr>
            <a:lvl5pPr algn="l">
              <a:defRPr sz="1050" b="0">
                <a:solidFill>
                  <a:srgbClr val="B8C8D7"/>
                </a:solidFill>
              </a:defRPr>
            </a:lvl5pPr>
            <a:lvl6pPr algn="l">
              <a:defRPr sz="1050" b="0">
                <a:solidFill>
                  <a:srgbClr val="B8C8D7"/>
                </a:solidFill>
              </a:defRPr>
            </a:lvl6pPr>
            <a:lvl7pPr algn="l">
              <a:defRPr sz="1050" b="0">
                <a:solidFill>
                  <a:srgbClr val="B8C8D7"/>
                </a:solidFill>
              </a:defRPr>
            </a:lvl7pPr>
            <a:lvl8pPr algn="l">
              <a:defRPr sz="1050" b="0">
                <a:solidFill>
                  <a:srgbClr val="B8C8D7"/>
                </a:solidFill>
              </a:defRPr>
            </a:lvl8pPr>
            <a:lvl9pPr algn="l">
              <a:defRPr sz="1050" b="0">
                <a:solidFill>
                  <a:srgbClr val="B8C8D7"/>
                </a:solidFill>
              </a:defRPr>
            </a:lvl9pPr>
          </a:lstStyle>
          <a:p>
            <a:pPr algn="l">
              <a:defRPr sz="1050" b="0">
                <a:solidFill>
                  <a:srgbClr val="B8C8D7"/>
                </a:solidFill>
              </a:defRPr>
            </a:pPr>
            <a:r>
              <a:rPr sz="1050" b="0">
                <a:solidFill>
                  <a:srgbClr val="B8C8D7"/>
                </a:solidFill>
              </a:rPr>
              <a:t>Lecture and lab time</a:t>
            </a:r>
          </a:p>
        </p:txBody>
      </p:sp>
      <p:sp>
        <p:nvSpPr>
          <p:cNvPr id="32" name="矩形 31">
            <a:extLst>
              <a:ext uri="{FF2B5EF4-FFF2-40B4-BE49-F238E27FC236}">
                <a16:creationId xmlns:a16="http://schemas.microsoft.com/office/drawing/2014/main" id="{14BC5ADB-18B9-445F-B8EA-1B1A734CACBD}"/>
              </a:ext>
            </a:extLst>
          </p:cNvPr>
          <p:cNvSpPr>
            <a:spLocks noGrp="1"/>
          </p:cNvSpPr>
          <p:nvPr/>
        </p:nvSpPr>
        <p:spPr>
          <a:xfrm>
            <a:off x="9525" y="2528888"/>
            <a:ext cx="1524000" cy="209550"/>
          </a:xfrm>
          <a:prstGeom prst="rect">
            <a:avLst/>
          </a:prstGeom>
          <a:noFill/>
          <a:ln w="0">
            <a:noFill/>
            <a:prstDash val="solid"/>
          </a:ln>
        </p:spPr>
        <p:txBody>
          <a:bodyPr anchor="ctr"/>
          <a:lstStyle>
            <a:defPPr algn="l">
              <a:defRPr sz="975" b="1">
                <a:solidFill>
                  <a:srgbClr val="2F6FC2"/>
                </a:solidFill>
              </a:defRPr>
            </a:defPPr>
            <a:lvl1pPr algn="l">
              <a:defRPr sz="975" b="1">
                <a:solidFill>
                  <a:srgbClr val="2F6FC2"/>
                </a:solidFill>
              </a:defRPr>
            </a:lvl1pPr>
            <a:lvl2pPr algn="l">
              <a:defRPr sz="975" b="1">
                <a:solidFill>
                  <a:srgbClr val="2F6FC2"/>
                </a:solidFill>
              </a:defRPr>
            </a:lvl2pPr>
            <a:lvl3pPr algn="l">
              <a:defRPr sz="975" b="1">
                <a:solidFill>
                  <a:srgbClr val="2F6FC2"/>
                </a:solidFill>
              </a:defRPr>
            </a:lvl3pPr>
            <a:lvl4pPr algn="l">
              <a:defRPr sz="975" b="1">
                <a:solidFill>
                  <a:srgbClr val="2F6FC2"/>
                </a:solidFill>
              </a:defRPr>
            </a:lvl4pPr>
            <a:lvl5pPr algn="l">
              <a:defRPr sz="975" b="1">
                <a:solidFill>
                  <a:srgbClr val="2F6FC2"/>
                </a:solidFill>
              </a:defRPr>
            </a:lvl5pPr>
            <a:lvl6pPr algn="l">
              <a:defRPr sz="975" b="1">
                <a:solidFill>
                  <a:srgbClr val="2F6FC2"/>
                </a:solidFill>
              </a:defRPr>
            </a:lvl6pPr>
            <a:lvl7pPr algn="l">
              <a:defRPr sz="975" b="1">
                <a:solidFill>
                  <a:srgbClr val="2F6FC2"/>
                </a:solidFill>
              </a:defRPr>
            </a:lvl7pPr>
            <a:lvl8pPr algn="l">
              <a:defRPr sz="975" b="1">
                <a:solidFill>
                  <a:srgbClr val="2F6FC2"/>
                </a:solidFill>
              </a:defRPr>
            </a:lvl8pPr>
            <a:lvl9pPr algn="l">
              <a:defRPr sz="975" b="1">
                <a:solidFill>
                  <a:srgbClr val="2F6FC2"/>
                </a:solidFill>
              </a:defRPr>
            </a:lvl9pPr>
          </a:lstStyle>
          <a:p>
            <a:pPr algn="l">
              <a:defRPr sz="975" b="1">
                <a:solidFill>
                  <a:srgbClr val="2F6FC2"/>
                </a:solidFill>
              </a:defRPr>
            </a:pPr>
            <a:r>
              <a:rPr sz="975" b="1">
                <a:solidFill>
                  <a:srgbClr val="2F6FC2"/>
                </a:solidFill>
              </a:rPr>
              <a:t>COURSE COVERAGE</a:t>
            </a:r>
          </a:p>
        </p:txBody>
      </p:sp>
      <p:sp>
        <p:nvSpPr>
          <p:cNvPr id="33" name="矩形 32">
            <a:extLst>
              <a:ext uri="{FF2B5EF4-FFF2-40B4-BE49-F238E27FC236}">
                <a16:creationId xmlns:a16="http://schemas.microsoft.com/office/drawing/2014/main" id="{2FF06404-277A-4DD8-9B50-47173C0A99BC}"/>
              </a:ext>
            </a:extLst>
          </p:cNvPr>
          <p:cNvSpPr>
            <a:spLocks noGrp="1"/>
          </p:cNvSpPr>
          <p:nvPr/>
        </p:nvSpPr>
        <p:spPr>
          <a:xfrm>
            <a:off x="1609725" y="2500313"/>
            <a:ext cx="1181100" cy="247650"/>
          </a:xfrm>
          <a:prstGeom prst="rect">
            <a:avLst/>
          </a:prstGeom>
          <a:noFill/>
          <a:ln w="0">
            <a:noFill/>
            <a:prstDash val="solid"/>
          </a:ln>
        </p:spPr>
        <p:txBody>
          <a:bodyPr anchor="ctr"/>
          <a:lstStyle>
            <a:defPPr algn="l">
              <a:defRPr sz="1275" b="1">
                <a:solidFill>
                  <a:srgbClr val="142A43"/>
                </a:solidFill>
              </a:defRPr>
            </a:defPPr>
            <a:lvl1pPr algn="l">
              <a:defRPr sz="1275" b="1">
                <a:solidFill>
                  <a:srgbClr val="142A43"/>
                </a:solidFill>
              </a:defRPr>
            </a:lvl1pPr>
            <a:lvl2pPr algn="l">
              <a:defRPr sz="1275" b="1">
                <a:solidFill>
                  <a:srgbClr val="142A43"/>
                </a:solidFill>
              </a:defRPr>
            </a:lvl2pPr>
            <a:lvl3pPr algn="l">
              <a:defRPr sz="1275" b="1">
                <a:solidFill>
                  <a:srgbClr val="142A43"/>
                </a:solidFill>
              </a:defRPr>
            </a:lvl3pPr>
            <a:lvl4pPr algn="l">
              <a:defRPr sz="1275" b="1">
                <a:solidFill>
                  <a:srgbClr val="142A43"/>
                </a:solidFill>
              </a:defRPr>
            </a:lvl4pPr>
            <a:lvl5pPr algn="l">
              <a:defRPr sz="1275" b="1">
                <a:solidFill>
                  <a:srgbClr val="142A43"/>
                </a:solidFill>
              </a:defRPr>
            </a:lvl5pPr>
            <a:lvl6pPr algn="l">
              <a:defRPr sz="1275" b="1">
                <a:solidFill>
                  <a:srgbClr val="142A43"/>
                </a:solidFill>
              </a:defRPr>
            </a:lvl6pPr>
            <a:lvl7pPr algn="l">
              <a:defRPr sz="1275" b="1">
                <a:solidFill>
                  <a:srgbClr val="142A43"/>
                </a:solidFill>
              </a:defRPr>
            </a:lvl7pPr>
            <a:lvl8pPr algn="l">
              <a:defRPr sz="1275" b="1">
                <a:solidFill>
                  <a:srgbClr val="142A43"/>
                </a:solidFill>
              </a:defRPr>
            </a:lvl8pPr>
            <a:lvl9pPr algn="l">
              <a:defRPr sz="1275" b="1">
                <a:solidFill>
                  <a:srgbClr val="142A43"/>
                </a:solidFill>
              </a:defRPr>
            </a:lvl9pPr>
          </a:lstStyle>
          <a:p>
            <a:pPr algn="l">
              <a:defRPr sz="1275" b="1">
                <a:solidFill>
                  <a:srgbClr val="142A43"/>
                </a:solidFill>
              </a:defRPr>
            </a:pPr>
            <a:r>
              <a:rPr sz="1275" b="1">
                <a:solidFill>
                  <a:srgbClr val="142A43"/>
                </a:solidFill>
              </a:rPr>
              <a:t>370 slides</a:t>
            </a:r>
          </a:p>
        </p:txBody>
      </p:sp>
      <p:sp>
        <p:nvSpPr>
          <p:cNvPr id="34" name="矩形 33">
            <a:extLst>
              <a:ext uri="{FF2B5EF4-FFF2-40B4-BE49-F238E27FC236}">
                <a16:creationId xmlns:a16="http://schemas.microsoft.com/office/drawing/2014/main" id="{411C1922-4CA0-4DE5-8971-4A64B7E7F025}"/>
              </a:ext>
            </a:extLst>
          </p:cNvPr>
          <p:cNvSpPr>
            <a:spLocks noGrp="1"/>
          </p:cNvSpPr>
          <p:nvPr/>
        </p:nvSpPr>
        <p:spPr>
          <a:xfrm>
            <a:off x="3009900" y="2500313"/>
            <a:ext cx="1428750" cy="247650"/>
          </a:xfrm>
          <a:prstGeom prst="rect">
            <a:avLst/>
          </a:prstGeom>
          <a:noFill/>
          <a:ln w="0">
            <a:noFill/>
            <a:prstDash val="solid"/>
          </a:ln>
        </p:spPr>
        <p:txBody>
          <a:bodyPr anchor="ctr"/>
          <a:lstStyle>
            <a:defPPr algn="l">
              <a:defRPr sz="1275" b="1">
                <a:solidFill>
                  <a:srgbClr val="142A43"/>
                </a:solidFill>
              </a:defRPr>
            </a:defPPr>
            <a:lvl1pPr algn="l">
              <a:defRPr sz="1275" b="1">
                <a:solidFill>
                  <a:srgbClr val="142A43"/>
                </a:solidFill>
              </a:defRPr>
            </a:lvl1pPr>
            <a:lvl2pPr algn="l">
              <a:defRPr sz="1275" b="1">
                <a:solidFill>
                  <a:srgbClr val="142A43"/>
                </a:solidFill>
              </a:defRPr>
            </a:lvl2pPr>
            <a:lvl3pPr algn="l">
              <a:defRPr sz="1275" b="1">
                <a:solidFill>
                  <a:srgbClr val="142A43"/>
                </a:solidFill>
              </a:defRPr>
            </a:lvl3pPr>
            <a:lvl4pPr algn="l">
              <a:defRPr sz="1275" b="1">
                <a:solidFill>
                  <a:srgbClr val="142A43"/>
                </a:solidFill>
              </a:defRPr>
            </a:lvl4pPr>
            <a:lvl5pPr algn="l">
              <a:defRPr sz="1275" b="1">
                <a:solidFill>
                  <a:srgbClr val="142A43"/>
                </a:solidFill>
              </a:defRPr>
            </a:lvl5pPr>
            <a:lvl6pPr algn="l">
              <a:defRPr sz="1275" b="1">
                <a:solidFill>
                  <a:srgbClr val="142A43"/>
                </a:solidFill>
              </a:defRPr>
            </a:lvl6pPr>
            <a:lvl7pPr algn="l">
              <a:defRPr sz="1275" b="1">
                <a:solidFill>
                  <a:srgbClr val="142A43"/>
                </a:solidFill>
              </a:defRPr>
            </a:lvl7pPr>
            <a:lvl8pPr algn="l">
              <a:defRPr sz="1275" b="1">
                <a:solidFill>
                  <a:srgbClr val="142A43"/>
                </a:solidFill>
              </a:defRPr>
            </a:lvl8pPr>
            <a:lvl9pPr algn="l">
              <a:defRPr sz="1275" b="1">
                <a:solidFill>
                  <a:srgbClr val="142A43"/>
                </a:solidFill>
              </a:defRPr>
            </a:lvl9pPr>
          </a:lstStyle>
          <a:p>
            <a:pPr algn="l">
              <a:defRPr sz="1275" b="1">
                <a:solidFill>
                  <a:srgbClr val="142A43"/>
                </a:solidFill>
              </a:defRPr>
            </a:pPr>
            <a:r>
              <a:rPr sz="1275" b="1">
                <a:solidFill>
                  <a:srgbClr val="142A43"/>
                </a:solidFill>
              </a:rPr>
              <a:t>21 core topics</a:t>
            </a:r>
          </a:p>
        </p:txBody>
      </p:sp>
      <p:sp>
        <p:nvSpPr>
          <p:cNvPr id="35" name="矩形 34">
            <a:extLst>
              <a:ext uri="{FF2B5EF4-FFF2-40B4-BE49-F238E27FC236}">
                <a16:creationId xmlns:a16="http://schemas.microsoft.com/office/drawing/2014/main" id="{F906A09E-1258-4088-93A8-202AB4AD61AB}"/>
              </a:ext>
            </a:extLst>
          </p:cNvPr>
          <p:cNvSpPr>
            <a:spLocks noGrp="1"/>
          </p:cNvSpPr>
          <p:nvPr/>
        </p:nvSpPr>
        <p:spPr>
          <a:xfrm>
            <a:off x="4638675" y="2500313"/>
            <a:ext cx="2000250" cy="247650"/>
          </a:xfrm>
          <a:prstGeom prst="rect">
            <a:avLst/>
          </a:prstGeom>
          <a:noFill/>
          <a:ln w="0">
            <a:noFill/>
            <a:prstDash val="solid"/>
          </a:ln>
        </p:spPr>
        <p:txBody>
          <a:bodyPr anchor="ctr"/>
          <a:lstStyle>
            <a:defPPr algn="l">
              <a:defRPr sz="1275" b="1">
                <a:solidFill>
                  <a:srgbClr val="142A43"/>
                </a:solidFill>
              </a:defRPr>
            </a:defPPr>
            <a:lvl1pPr algn="l">
              <a:defRPr sz="1275" b="1">
                <a:solidFill>
                  <a:srgbClr val="142A43"/>
                </a:solidFill>
              </a:defRPr>
            </a:lvl1pPr>
            <a:lvl2pPr algn="l">
              <a:defRPr sz="1275" b="1">
                <a:solidFill>
                  <a:srgbClr val="142A43"/>
                </a:solidFill>
              </a:defRPr>
            </a:lvl2pPr>
            <a:lvl3pPr algn="l">
              <a:defRPr sz="1275" b="1">
                <a:solidFill>
                  <a:srgbClr val="142A43"/>
                </a:solidFill>
              </a:defRPr>
            </a:lvl3pPr>
            <a:lvl4pPr algn="l">
              <a:defRPr sz="1275" b="1">
                <a:solidFill>
                  <a:srgbClr val="142A43"/>
                </a:solidFill>
              </a:defRPr>
            </a:lvl4pPr>
            <a:lvl5pPr algn="l">
              <a:defRPr sz="1275" b="1">
                <a:solidFill>
                  <a:srgbClr val="142A43"/>
                </a:solidFill>
              </a:defRPr>
            </a:lvl5pPr>
            <a:lvl6pPr algn="l">
              <a:defRPr sz="1275" b="1">
                <a:solidFill>
                  <a:srgbClr val="142A43"/>
                </a:solidFill>
              </a:defRPr>
            </a:lvl6pPr>
            <a:lvl7pPr algn="l">
              <a:defRPr sz="1275" b="1">
                <a:solidFill>
                  <a:srgbClr val="142A43"/>
                </a:solidFill>
              </a:defRPr>
            </a:lvl7pPr>
            <a:lvl8pPr algn="l">
              <a:defRPr sz="1275" b="1">
                <a:solidFill>
                  <a:srgbClr val="142A43"/>
                </a:solidFill>
              </a:defRPr>
            </a:lvl8pPr>
            <a:lvl9pPr algn="l">
              <a:defRPr sz="1275" b="1">
                <a:solidFill>
                  <a:srgbClr val="142A43"/>
                </a:solidFill>
              </a:defRPr>
            </a:lvl9pPr>
          </a:lstStyle>
          <a:p>
            <a:pPr algn="l">
              <a:defRPr sz="1275" b="1">
                <a:solidFill>
                  <a:srgbClr val="142A43"/>
                </a:solidFill>
              </a:defRPr>
            </a:pPr>
            <a:r>
              <a:rPr sz="1275" b="1">
                <a:solidFill>
                  <a:srgbClr val="142A43"/>
                </a:solidFill>
              </a:rPr>
              <a:t>105 knowledge points</a:t>
            </a:r>
          </a:p>
        </p:txBody>
      </p:sp>
      <p:graphicFrame>
        <p:nvGraphicFramePr>
          <p:cNvPr id="36" name="表格 35">
            <a:extLst>
              <a:ext uri="{FF2B5EF4-FFF2-40B4-BE49-F238E27FC236}">
                <a16:creationId xmlns:a16="http://schemas.microsoft.com/office/drawing/2014/main" id="{92ED138F-95A7-4919-ABB1-546CE1421B90}"/>
              </a:ext>
            </a:extLst>
          </p:cNvPr>
          <p:cNvGraphicFramePr/>
          <p:nvPr>
            <p:extLst>
              <p:ext uri="{D42A27DB-BD31-4B8C-83A1-F6EECF244321}">
                <p14:modId xmlns:p14="http://schemas.microsoft.com/office/powerpoint/2010/main" val="2863935557"/>
              </p:ext>
            </p:extLst>
          </p:nvPr>
        </p:nvGraphicFramePr>
        <p:xfrm>
          <a:off x="73298" y="2869406"/>
          <a:ext cx="10613752" cy="2933700"/>
        </p:xfrm>
        <a:graphic>
          <a:graphicData uri="http://schemas.openxmlformats.org/drawingml/2006/table">
            <a:tbl>
              <a:tblPr/>
              <a:tblGrid>
                <a:gridCol w="904875">
                  <a:extLst>
                    <a:ext uri="{9D8B030D-6E8A-4147-A177-3AD203B41FA5}">
                      <a16:colId xmlns:a16="http://schemas.microsoft.com/office/drawing/2014/main" val="20000"/>
                    </a:ext>
                  </a:extLst>
                </a:gridCol>
                <a:gridCol w="4561592">
                  <a:extLst>
                    <a:ext uri="{9D8B030D-6E8A-4147-A177-3AD203B41FA5}">
                      <a16:colId xmlns:a16="http://schemas.microsoft.com/office/drawing/2014/main" val="20001"/>
                    </a:ext>
                  </a:extLst>
                </a:gridCol>
                <a:gridCol w="1513907">
                  <a:extLst>
                    <a:ext uri="{9D8B030D-6E8A-4147-A177-3AD203B41FA5}">
                      <a16:colId xmlns:a16="http://schemas.microsoft.com/office/drawing/2014/main" val="20002"/>
                    </a:ext>
                  </a:extLst>
                </a:gridCol>
                <a:gridCol w="1653187">
                  <a:extLst>
                    <a:ext uri="{9D8B030D-6E8A-4147-A177-3AD203B41FA5}">
                      <a16:colId xmlns:a16="http://schemas.microsoft.com/office/drawing/2014/main" val="20003"/>
                    </a:ext>
                  </a:extLst>
                </a:gridCol>
                <a:gridCol w="1980191">
                  <a:extLst>
                    <a:ext uri="{9D8B030D-6E8A-4147-A177-3AD203B41FA5}">
                      <a16:colId xmlns:a16="http://schemas.microsoft.com/office/drawing/2014/main" val="20004"/>
                    </a:ext>
                  </a:extLst>
                </a:gridCol>
              </a:tblGrid>
              <a:tr h="419100">
                <a:tc>
                  <a:txBody>
                    <a:bodyPr/>
                    <a:lstStyle/>
                    <a:p>
                      <a:pPr algn="l"/>
                      <a:r>
                        <a:rPr sz="1200" b="1">
                          <a:solidFill>
                            <a:srgbClr val="FFFFFF"/>
                          </a:solidFill>
                        </a:rPr>
                        <a:t>Module</a:t>
                      </a:r>
                    </a:p>
                  </a:txBody>
                  <a:tcPr anchor="ctr">
                    <a:lnL w="9525">
                      <a:solidFill>
                        <a:srgbClr val="D6DEE7"/>
                      </a:solidFill>
                      <a:prstDash val="solid"/>
                    </a:lnL>
                    <a:lnR w="9525">
                      <a:solidFill>
                        <a:srgbClr val="D6DEE7"/>
                      </a:solidFill>
                      <a:prstDash val="solid"/>
                    </a:lnR>
                    <a:lnT w="9525">
                      <a:solidFill>
                        <a:srgbClr val="D6DEE7"/>
                      </a:solidFill>
                      <a:prstDash val="solid"/>
                    </a:lnT>
                    <a:lnB w="9525">
                      <a:solidFill>
                        <a:srgbClr val="D6DEE7"/>
                      </a:solidFill>
                      <a:prstDash val="solid"/>
                    </a:lnB>
                    <a:solidFill>
                      <a:srgbClr val="173A61"/>
                    </a:solidFill>
                  </a:tcPr>
                </a:tc>
                <a:tc>
                  <a:txBody>
                    <a:bodyPr/>
                    <a:lstStyle/>
                    <a:p>
                      <a:pPr algn="l"/>
                      <a:r>
                        <a:rPr sz="1200" b="1">
                          <a:solidFill>
                            <a:srgbClr val="FFFFFF"/>
                          </a:solidFill>
                        </a:rPr>
                        <a:t>Course Module</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a:solidFill>
                        <a:srgbClr val="D6DEE7"/>
                      </a:solidFill>
                      <a:prstDash val="solid"/>
                    </a:lnT>
                    <a:lnB w="9525">
                      <a:solidFill>
                        <a:srgbClr val="D6DEE7"/>
                      </a:solidFill>
                      <a:prstDash val="solid"/>
                    </a:lnB>
                    <a:solidFill>
                      <a:srgbClr val="173A61"/>
                    </a:solidFill>
                  </a:tcPr>
                </a:tc>
                <a:tc>
                  <a:txBody>
                    <a:bodyPr/>
                    <a:lstStyle/>
                    <a:p>
                      <a:pPr algn="ctr"/>
                      <a:r>
                        <a:rPr sz="1200" b="1">
                          <a:solidFill>
                            <a:srgbClr val="FFFFFF"/>
                          </a:solidFill>
                        </a:rPr>
                        <a:t>Slides</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a:solidFill>
                        <a:srgbClr val="D6DEE7"/>
                      </a:solidFill>
                      <a:prstDash val="solid"/>
                    </a:lnT>
                    <a:lnB w="9525">
                      <a:solidFill>
                        <a:srgbClr val="D6DEE7"/>
                      </a:solidFill>
                      <a:prstDash val="solid"/>
                    </a:lnB>
                    <a:solidFill>
                      <a:srgbClr val="173A61"/>
                    </a:solidFill>
                  </a:tcPr>
                </a:tc>
                <a:tc>
                  <a:txBody>
                    <a:bodyPr/>
                    <a:lstStyle/>
                    <a:p>
                      <a:pPr algn="ctr"/>
                      <a:r>
                        <a:rPr sz="1200" b="1">
                          <a:solidFill>
                            <a:srgbClr val="FFFFFF"/>
                          </a:solidFill>
                        </a:rPr>
                        <a:t>Core Topics</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a:solidFill>
                        <a:srgbClr val="D6DEE7"/>
                      </a:solidFill>
                      <a:prstDash val="solid"/>
                    </a:lnT>
                    <a:lnB w="9525">
                      <a:solidFill>
                        <a:srgbClr val="D6DEE7"/>
                      </a:solidFill>
                      <a:prstDash val="solid"/>
                    </a:lnB>
                    <a:solidFill>
                      <a:srgbClr val="173A61"/>
                    </a:solidFill>
                  </a:tcPr>
                </a:tc>
                <a:tc>
                  <a:txBody>
                    <a:bodyPr/>
                    <a:lstStyle/>
                    <a:p>
                      <a:pPr algn="ctr"/>
                      <a:r>
                        <a:rPr sz="1200" b="1">
                          <a:solidFill>
                            <a:srgbClr val="FFFFFF"/>
                          </a:solidFill>
                        </a:rPr>
                        <a:t>Knowledge Points</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a:solidFill>
                        <a:srgbClr val="D6DEE7"/>
                      </a:solidFill>
                      <a:prstDash val="solid"/>
                    </a:lnT>
                    <a:lnB w="9525">
                      <a:solidFill>
                        <a:srgbClr val="D6DEE7"/>
                      </a:solidFill>
                      <a:prstDash val="solid"/>
                    </a:lnB>
                    <a:solidFill>
                      <a:srgbClr val="173A61"/>
                    </a:solidFill>
                  </a:tcPr>
                </a:tc>
                <a:extLst>
                  <a:ext uri="{0D108BD9-81ED-4DB2-BD59-A6C34878D82A}">
                    <a16:rowId xmlns:a16="http://schemas.microsoft.com/office/drawing/2014/main" val="10000"/>
                  </a:ext>
                </a:extLst>
              </a:tr>
              <a:tr h="409575">
                <a:tc>
                  <a:txBody>
                    <a:bodyPr/>
                    <a:lstStyle/>
                    <a:p>
                      <a:pPr algn="l"/>
                      <a:r>
                        <a:rPr sz="1275" b="1">
                          <a:solidFill>
                            <a:srgbClr val="142A43"/>
                          </a:solidFill>
                        </a:rPr>
                        <a:t>M01</a:t>
                      </a:r>
                    </a:p>
                  </a:txBody>
                  <a:tcPr anchor="ctr">
                    <a:lnL w="9525">
                      <a:solidFill>
                        <a:srgbClr val="D6DEE7"/>
                      </a:solidFill>
                      <a:prstDash val="soli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l"/>
                      <a:r>
                        <a:rPr sz="1200" b="0">
                          <a:solidFill>
                            <a:srgbClr val="142A43"/>
                          </a:solidFill>
                        </a:rPr>
                        <a:t>AI Systems and Heterogeneous Computing</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ctr"/>
                      <a:r>
                        <a:rPr sz="1275" b="0">
                          <a:solidFill>
                            <a:srgbClr val="142A43"/>
                          </a:solidFill>
                        </a:rPr>
                        <a:t>46</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ctr"/>
                      <a:r>
                        <a:rPr sz="1275" b="0">
                          <a:solidFill>
                            <a:srgbClr val="142A43"/>
                          </a:solidFill>
                        </a:rPr>
                        <a:t>4</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ctr"/>
                      <a:r>
                        <a:rPr sz="1275" b="0">
                          <a:solidFill>
                            <a:srgbClr val="142A43"/>
                          </a:solidFill>
                        </a:rPr>
                        <a:t>20</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extLst>
                  <a:ext uri="{0D108BD9-81ED-4DB2-BD59-A6C34878D82A}">
                    <a16:rowId xmlns:a16="http://schemas.microsoft.com/office/drawing/2014/main" val="10001"/>
                  </a:ext>
                </a:extLst>
              </a:tr>
              <a:tr h="409575">
                <a:tc>
                  <a:txBody>
                    <a:bodyPr/>
                    <a:lstStyle/>
                    <a:p>
                      <a:pPr algn="l"/>
                      <a:r>
                        <a:rPr sz="1275" b="1">
                          <a:solidFill>
                            <a:srgbClr val="142A43"/>
                          </a:solidFill>
                        </a:rPr>
                        <a:t>M02</a:t>
                      </a:r>
                    </a:p>
                  </a:txBody>
                  <a:tcPr anchor="ctr">
                    <a:lnL w="9525">
                      <a:solidFill>
                        <a:srgbClr val="D6DEE7"/>
                      </a:solidFill>
                      <a:prstDash val="soli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EDF2F6"/>
                    </a:solidFill>
                  </a:tcPr>
                </a:tc>
                <a:tc>
                  <a:txBody>
                    <a:bodyPr/>
                    <a:lstStyle/>
                    <a:p>
                      <a:pPr algn="l"/>
                      <a:r>
                        <a:rPr sz="1200" b="0">
                          <a:solidFill>
                            <a:srgbClr val="142A43"/>
                          </a:solidFill>
                        </a:rPr>
                        <a:t>High-Performance AI Operators</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EDF2F6"/>
                    </a:solidFill>
                  </a:tcPr>
                </a:tc>
                <a:tc>
                  <a:txBody>
                    <a:bodyPr/>
                    <a:lstStyle/>
                    <a:p>
                      <a:pPr algn="ctr"/>
                      <a:r>
                        <a:rPr sz="1275" b="0">
                          <a:solidFill>
                            <a:srgbClr val="142A43"/>
                          </a:solidFill>
                        </a:rPr>
                        <a:t>83</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EDF2F6"/>
                    </a:solidFill>
                  </a:tcPr>
                </a:tc>
                <a:tc>
                  <a:txBody>
                    <a:bodyPr/>
                    <a:lstStyle/>
                    <a:p>
                      <a:pPr algn="ctr"/>
                      <a:r>
                        <a:rPr sz="1275" b="0">
                          <a:solidFill>
                            <a:srgbClr val="142A43"/>
                          </a:solidFill>
                        </a:rPr>
                        <a:t>3</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EDF2F6"/>
                    </a:solidFill>
                  </a:tcPr>
                </a:tc>
                <a:tc>
                  <a:txBody>
                    <a:bodyPr/>
                    <a:lstStyle/>
                    <a:p>
                      <a:pPr algn="ctr"/>
                      <a:r>
                        <a:rPr sz="1275" b="0">
                          <a:solidFill>
                            <a:srgbClr val="142A43"/>
                          </a:solidFill>
                        </a:rPr>
                        <a:t>20</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EDF2F6"/>
                    </a:solidFill>
                  </a:tcPr>
                </a:tc>
                <a:extLst>
                  <a:ext uri="{0D108BD9-81ED-4DB2-BD59-A6C34878D82A}">
                    <a16:rowId xmlns:a16="http://schemas.microsoft.com/office/drawing/2014/main" val="10002"/>
                  </a:ext>
                </a:extLst>
              </a:tr>
              <a:tr h="409575">
                <a:tc>
                  <a:txBody>
                    <a:bodyPr/>
                    <a:lstStyle/>
                    <a:p>
                      <a:pPr algn="l"/>
                      <a:r>
                        <a:rPr sz="1275" b="1">
                          <a:solidFill>
                            <a:srgbClr val="142A43"/>
                          </a:solidFill>
                        </a:rPr>
                        <a:t>M03</a:t>
                      </a:r>
                    </a:p>
                  </a:txBody>
                  <a:tcPr anchor="ctr">
                    <a:lnL w="9525">
                      <a:solidFill>
                        <a:srgbClr val="D6DEE7"/>
                      </a:solidFill>
                      <a:prstDash val="soli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l"/>
                      <a:r>
                        <a:rPr sz="1200" b="0">
                          <a:solidFill>
                            <a:srgbClr val="142A43"/>
                          </a:solidFill>
                        </a:rPr>
                        <a:t>AI Compilers and Optimization</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ctr"/>
                      <a:r>
                        <a:rPr sz="1275" b="0">
                          <a:solidFill>
                            <a:srgbClr val="142A43"/>
                          </a:solidFill>
                        </a:rPr>
                        <a:t>45</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ctr"/>
                      <a:r>
                        <a:rPr sz="1275" b="0">
                          <a:solidFill>
                            <a:srgbClr val="142A43"/>
                          </a:solidFill>
                        </a:rPr>
                        <a:t>3</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ctr"/>
                      <a:r>
                        <a:rPr sz="1275" b="0">
                          <a:solidFill>
                            <a:srgbClr val="142A43"/>
                          </a:solidFill>
                        </a:rPr>
                        <a:t>18</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extLst>
                  <a:ext uri="{0D108BD9-81ED-4DB2-BD59-A6C34878D82A}">
                    <a16:rowId xmlns:a16="http://schemas.microsoft.com/office/drawing/2014/main" val="10003"/>
                  </a:ext>
                </a:extLst>
              </a:tr>
              <a:tr h="409575">
                <a:tc>
                  <a:txBody>
                    <a:bodyPr/>
                    <a:lstStyle/>
                    <a:p>
                      <a:pPr algn="l"/>
                      <a:r>
                        <a:rPr sz="1275" b="1">
                          <a:solidFill>
                            <a:srgbClr val="142A43"/>
                          </a:solidFill>
                        </a:rPr>
                        <a:t>M04</a:t>
                      </a:r>
                    </a:p>
                  </a:txBody>
                  <a:tcPr anchor="ctr">
                    <a:lnL w="9525">
                      <a:solidFill>
                        <a:srgbClr val="D6DEE7"/>
                      </a:solidFill>
                      <a:prstDash val="soli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EDF2F6"/>
                    </a:solidFill>
                  </a:tcPr>
                </a:tc>
                <a:tc>
                  <a:txBody>
                    <a:bodyPr/>
                    <a:lstStyle/>
                    <a:p>
                      <a:pPr algn="l"/>
                      <a:r>
                        <a:rPr sz="1200" b="0">
                          <a:solidFill>
                            <a:srgbClr val="142A43"/>
                          </a:solidFill>
                        </a:rPr>
                        <a:t>Distributed Training and Communication</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EDF2F6"/>
                    </a:solidFill>
                  </a:tcPr>
                </a:tc>
                <a:tc>
                  <a:txBody>
                    <a:bodyPr/>
                    <a:lstStyle/>
                    <a:p>
                      <a:pPr algn="ctr"/>
                      <a:r>
                        <a:rPr sz="1275" b="0">
                          <a:solidFill>
                            <a:srgbClr val="142A43"/>
                          </a:solidFill>
                        </a:rPr>
                        <a:t>155</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EDF2F6"/>
                    </a:solidFill>
                  </a:tcPr>
                </a:tc>
                <a:tc>
                  <a:txBody>
                    <a:bodyPr/>
                    <a:lstStyle/>
                    <a:p>
                      <a:pPr algn="ctr"/>
                      <a:r>
                        <a:rPr sz="1275" b="0">
                          <a:solidFill>
                            <a:srgbClr val="142A43"/>
                          </a:solidFill>
                        </a:rPr>
                        <a:t>6</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EDF2F6"/>
                    </a:solidFill>
                  </a:tcPr>
                </a:tc>
                <a:tc>
                  <a:txBody>
                    <a:bodyPr/>
                    <a:lstStyle/>
                    <a:p>
                      <a:pPr algn="ctr"/>
                      <a:r>
                        <a:rPr sz="1275" b="0">
                          <a:solidFill>
                            <a:srgbClr val="142A43"/>
                          </a:solidFill>
                        </a:rPr>
                        <a:t>24</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EDF2F6"/>
                    </a:solidFill>
                  </a:tcPr>
                </a:tc>
                <a:extLst>
                  <a:ext uri="{0D108BD9-81ED-4DB2-BD59-A6C34878D82A}">
                    <a16:rowId xmlns:a16="http://schemas.microsoft.com/office/drawing/2014/main" val="10004"/>
                  </a:ext>
                </a:extLst>
              </a:tr>
              <a:tr h="409575">
                <a:tc>
                  <a:txBody>
                    <a:bodyPr/>
                    <a:lstStyle/>
                    <a:p>
                      <a:pPr algn="l"/>
                      <a:r>
                        <a:rPr sz="1275" b="1">
                          <a:solidFill>
                            <a:srgbClr val="142A43"/>
                          </a:solidFill>
                        </a:rPr>
                        <a:t>M05</a:t>
                      </a:r>
                    </a:p>
                  </a:txBody>
                  <a:tcPr anchor="ctr">
                    <a:lnL w="9525">
                      <a:solidFill>
                        <a:srgbClr val="D6DEE7"/>
                      </a:solidFill>
                      <a:prstDash val="soli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l"/>
                      <a:r>
                        <a:rPr sz="1200" b="0">
                          <a:solidFill>
                            <a:srgbClr val="142A43"/>
                          </a:solidFill>
                        </a:rPr>
                        <a:t>Performance Analysis and KernelGen</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ctr"/>
                      <a:r>
                        <a:rPr sz="1275" b="0">
                          <a:solidFill>
                            <a:srgbClr val="142A43"/>
                          </a:solidFill>
                        </a:rPr>
                        <a:t>41</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ctr"/>
                      <a:r>
                        <a:rPr sz="1275" b="0">
                          <a:solidFill>
                            <a:srgbClr val="142A43"/>
                          </a:solidFill>
                        </a:rPr>
                        <a:t>5</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tc>
                  <a:txBody>
                    <a:bodyPr/>
                    <a:lstStyle/>
                    <a:p>
                      <a:pPr algn="ctr"/>
                      <a:r>
                        <a:rPr sz="1275" b="0">
                          <a:solidFill>
                            <a:srgbClr val="142A43"/>
                          </a:solidFill>
                        </a:rPr>
                        <a:t>23</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FFFFFF"/>
                    </a:solidFill>
                  </a:tcPr>
                </a:tc>
                <a:extLst>
                  <a:ext uri="{0D108BD9-81ED-4DB2-BD59-A6C34878D82A}">
                    <a16:rowId xmlns:a16="http://schemas.microsoft.com/office/drawing/2014/main" val="10005"/>
                  </a:ext>
                </a:extLst>
              </a:tr>
              <a:tr h="466725">
                <a:tc>
                  <a:txBody>
                    <a:bodyPr/>
                    <a:lstStyle/>
                    <a:p>
                      <a:pPr algn="l"/>
                      <a:r>
                        <a:rPr sz="1275" b="1">
                          <a:solidFill>
                            <a:srgbClr val="102D4C"/>
                          </a:solidFill>
                        </a:rPr>
                        <a:t>Total</a:t>
                      </a:r>
                    </a:p>
                  </a:txBody>
                  <a:tcPr anchor="ctr">
                    <a:lnL w="9525">
                      <a:solidFill>
                        <a:srgbClr val="D6DEE7"/>
                      </a:solidFill>
                      <a:prstDash val="soli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DDE8ED"/>
                    </a:solidFill>
                  </a:tcPr>
                </a:tc>
                <a:tc>
                  <a:txBody>
                    <a:bodyPr/>
                    <a:lstStyle/>
                    <a:p>
                      <a:endParaRP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DDE8ED"/>
                    </a:solidFill>
                  </a:tcPr>
                </a:tc>
                <a:tc>
                  <a:txBody>
                    <a:bodyPr/>
                    <a:lstStyle/>
                    <a:p>
                      <a:pPr algn="ctr"/>
                      <a:r>
                        <a:rPr sz="1275" b="1">
                          <a:solidFill>
                            <a:srgbClr val="102D4C"/>
                          </a:solidFill>
                        </a:rPr>
                        <a:t>370</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DDE8ED"/>
                    </a:solidFill>
                  </a:tcPr>
                </a:tc>
                <a:tc>
                  <a:txBody>
                    <a:bodyPr/>
                    <a:lstStyle/>
                    <a:p>
                      <a:pPr algn="ctr"/>
                      <a:r>
                        <a:rPr sz="1275" b="1">
                          <a:solidFill>
                            <a:srgbClr val="102D4C"/>
                          </a:solidFill>
                        </a:rPr>
                        <a:t>21</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DDE8ED"/>
                    </a:solidFill>
                  </a:tcPr>
                </a:tc>
                <a:tc>
                  <a:txBody>
                    <a:bodyPr/>
                    <a:lstStyle/>
                    <a:p>
                      <a:pPr algn="ctr"/>
                      <a:r>
                        <a:rPr sz="1275" b="1" dirty="0">
                          <a:solidFill>
                            <a:srgbClr val="102D4C"/>
                          </a:solidFill>
                        </a:rPr>
                        <a:t>105</a:t>
                      </a:r>
                    </a:p>
                  </a:txBody>
                  <a:tcPr anchor="ctr">
                    <a:lnL w="9525" cap="flat" cmpd="sng" algn="ctr">
                      <a:solidFill>
                        <a:srgbClr val="D6DEE7"/>
                      </a:solidFill>
                      <a:prstDash val="solid"/>
                      <a:round/>
                      <a:headEnd type="none" w="med" len="med"/>
                      <a:tailEnd type="none" w="med" len="med"/>
                    </a:lnL>
                    <a:lnR w="9525">
                      <a:solidFill>
                        <a:srgbClr val="D6DEE7"/>
                      </a:solidFill>
                      <a:prstDash val="solid"/>
                    </a:lnR>
                    <a:lnT w="9525" cap="flat" cmpd="sng" algn="ctr">
                      <a:solidFill>
                        <a:srgbClr val="D6DEE7"/>
                      </a:solidFill>
                      <a:prstDash val="solid"/>
                      <a:round/>
                      <a:headEnd type="none" w="med" len="med"/>
                      <a:tailEnd type="none" w="med" len="med"/>
                    </a:lnT>
                    <a:lnB w="9525">
                      <a:solidFill>
                        <a:srgbClr val="D6DEE7"/>
                      </a:solidFill>
                      <a:prstDash val="solid"/>
                    </a:lnB>
                    <a:solidFill>
                      <a:srgbClr val="DDE8ED"/>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7918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2D9EA8-1527-4C1B-9EF4-BD373AB03A04}"/>
              </a:ext>
            </a:extLst>
          </p:cNvPr>
          <p:cNvSpPr>
            <a:spLocks noGrp="1"/>
          </p:cNvSpPr>
          <p:nvPr/>
        </p:nvSpPr>
        <p:spPr>
          <a:xfrm>
            <a:off x="0" y="80963"/>
            <a:ext cx="11049000" cy="514350"/>
          </a:xfrm>
          <a:prstGeom prst="rect">
            <a:avLst/>
          </a:prstGeom>
          <a:noFill/>
          <a:ln w="0">
            <a:noFill/>
            <a:prstDash val="solid"/>
          </a:ln>
        </p:spPr>
        <p:txBody>
          <a:bodyPr anchor="ctr"/>
          <a:lstStyle>
            <a:defPPr algn="l">
              <a:defRPr sz="2700" b="1">
                <a:solidFill>
                  <a:srgbClr val="102D4C"/>
                </a:solidFill>
              </a:defRPr>
            </a:defPPr>
            <a:lvl1pPr algn="l">
              <a:defRPr sz="2700" b="1">
                <a:solidFill>
                  <a:srgbClr val="102D4C"/>
                </a:solidFill>
              </a:defRPr>
            </a:lvl1pPr>
            <a:lvl2pPr algn="l">
              <a:defRPr sz="2700" b="1">
                <a:solidFill>
                  <a:srgbClr val="102D4C"/>
                </a:solidFill>
              </a:defRPr>
            </a:lvl2pPr>
            <a:lvl3pPr algn="l">
              <a:defRPr sz="2700" b="1">
                <a:solidFill>
                  <a:srgbClr val="102D4C"/>
                </a:solidFill>
              </a:defRPr>
            </a:lvl3pPr>
            <a:lvl4pPr algn="l">
              <a:defRPr sz="2700" b="1">
                <a:solidFill>
                  <a:srgbClr val="102D4C"/>
                </a:solidFill>
              </a:defRPr>
            </a:lvl4pPr>
            <a:lvl5pPr algn="l">
              <a:defRPr sz="2700" b="1">
                <a:solidFill>
                  <a:srgbClr val="102D4C"/>
                </a:solidFill>
              </a:defRPr>
            </a:lvl5pPr>
            <a:lvl6pPr algn="l">
              <a:defRPr sz="2700" b="1">
                <a:solidFill>
                  <a:srgbClr val="102D4C"/>
                </a:solidFill>
              </a:defRPr>
            </a:lvl6pPr>
            <a:lvl7pPr algn="l">
              <a:defRPr sz="2700" b="1">
                <a:solidFill>
                  <a:srgbClr val="102D4C"/>
                </a:solidFill>
              </a:defRPr>
            </a:lvl7pPr>
            <a:lvl8pPr algn="l">
              <a:defRPr sz="2700" b="1">
                <a:solidFill>
                  <a:srgbClr val="102D4C"/>
                </a:solidFill>
              </a:defRPr>
            </a:lvl8pPr>
            <a:lvl9pPr algn="l">
              <a:defRPr sz="2700" b="1">
                <a:solidFill>
                  <a:srgbClr val="102D4C"/>
                </a:solidFill>
              </a:defRPr>
            </a:lvl9pPr>
          </a:lstStyle>
          <a:p>
            <a:pPr algn="l">
              <a:defRPr sz="2700" b="1">
                <a:solidFill>
                  <a:srgbClr val="102D4C"/>
                </a:solidFill>
              </a:defRPr>
            </a:pPr>
            <a:r>
              <a:rPr sz="2700" b="1">
                <a:solidFill>
                  <a:srgbClr val="102D4C"/>
                </a:solidFill>
              </a:rPr>
              <a:t>Hands-On Labs: High Completion Through Guided Practice</a:t>
            </a:r>
          </a:p>
        </p:txBody>
      </p:sp>
      <p:sp>
        <p:nvSpPr>
          <p:cNvPr id="4" name="矩形 3">
            <a:extLst>
              <a:ext uri="{FF2B5EF4-FFF2-40B4-BE49-F238E27FC236}">
                <a16:creationId xmlns:a16="http://schemas.microsoft.com/office/drawing/2014/main" id="{D014B301-266C-494F-A86A-E52C7BBF1041}"/>
              </a:ext>
            </a:extLst>
          </p:cNvPr>
          <p:cNvSpPr>
            <a:spLocks noGrp="1"/>
          </p:cNvSpPr>
          <p:nvPr/>
        </p:nvSpPr>
        <p:spPr>
          <a:xfrm>
            <a:off x="19050" y="771525"/>
            <a:ext cx="10668000" cy="304800"/>
          </a:xfrm>
          <a:prstGeom prst="rect">
            <a:avLst/>
          </a:prstGeom>
          <a:noFill/>
          <a:ln w="0">
            <a:noFill/>
            <a:prstDash val="solid"/>
          </a:ln>
        </p:spPr>
        <p:txBody>
          <a:bodyPr anchor="ctr"/>
          <a:lstStyle>
            <a:defPPr algn="l">
              <a:defRPr sz="1350" b="0">
                <a:solidFill>
                  <a:srgbClr val="52657A"/>
                </a:solidFill>
              </a:defRPr>
            </a:defPPr>
            <a:lvl1pPr algn="l">
              <a:defRPr sz="1350" b="0">
                <a:solidFill>
                  <a:srgbClr val="52657A"/>
                </a:solidFill>
              </a:defRPr>
            </a:lvl1pPr>
            <a:lvl2pPr algn="l">
              <a:defRPr sz="1350" b="0">
                <a:solidFill>
                  <a:srgbClr val="52657A"/>
                </a:solidFill>
              </a:defRPr>
            </a:lvl2pPr>
            <a:lvl3pPr algn="l">
              <a:defRPr sz="1350" b="0">
                <a:solidFill>
                  <a:srgbClr val="52657A"/>
                </a:solidFill>
              </a:defRPr>
            </a:lvl3pPr>
            <a:lvl4pPr algn="l">
              <a:defRPr sz="1350" b="0">
                <a:solidFill>
                  <a:srgbClr val="52657A"/>
                </a:solidFill>
              </a:defRPr>
            </a:lvl4pPr>
            <a:lvl5pPr algn="l">
              <a:defRPr sz="1350" b="0">
                <a:solidFill>
                  <a:srgbClr val="52657A"/>
                </a:solidFill>
              </a:defRPr>
            </a:lvl5pPr>
            <a:lvl6pPr algn="l">
              <a:defRPr sz="1350" b="0">
                <a:solidFill>
                  <a:srgbClr val="52657A"/>
                </a:solidFill>
              </a:defRPr>
            </a:lvl6pPr>
            <a:lvl7pPr algn="l">
              <a:defRPr sz="1350" b="0">
                <a:solidFill>
                  <a:srgbClr val="52657A"/>
                </a:solidFill>
              </a:defRPr>
            </a:lvl7pPr>
            <a:lvl8pPr algn="l">
              <a:defRPr sz="1350" b="0">
                <a:solidFill>
                  <a:srgbClr val="52657A"/>
                </a:solidFill>
              </a:defRPr>
            </a:lvl8pPr>
            <a:lvl9pPr algn="l">
              <a:defRPr sz="1350" b="0">
                <a:solidFill>
                  <a:srgbClr val="52657A"/>
                </a:solidFill>
              </a:defRPr>
            </a:lvl9pPr>
          </a:lstStyle>
          <a:p>
            <a:pPr algn="l">
              <a:defRPr sz="1350" b="0">
                <a:solidFill>
                  <a:srgbClr val="52657A"/>
                </a:solidFill>
              </a:defRPr>
            </a:pPr>
            <a:r>
              <a:rPr sz="1350" b="0">
                <a:solidFill>
                  <a:srgbClr val="52657A"/>
                </a:solidFill>
              </a:rPr>
              <a:t>Eight labs, supported by ten teaching assistants, turned core concepts into working systems.</a:t>
            </a:r>
          </a:p>
        </p:txBody>
      </p:sp>
      <p:sp>
        <p:nvSpPr>
          <p:cNvPr id="5" name="矩形 4">
            <a:extLst>
              <a:ext uri="{FF2B5EF4-FFF2-40B4-BE49-F238E27FC236}">
                <a16:creationId xmlns:a16="http://schemas.microsoft.com/office/drawing/2014/main" id="{B827DAAD-07D3-4FDD-9138-21927E631B8A}"/>
              </a:ext>
            </a:extLst>
          </p:cNvPr>
          <p:cNvSpPr>
            <a:spLocks noGrp="1"/>
          </p:cNvSpPr>
          <p:nvPr/>
        </p:nvSpPr>
        <p:spPr>
          <a:xfrm>
            <a:off x="0" y="1123950"/>
            <a:ext cx="10687050" cy="1228725"/>
          </a:xfrm>
          <a:prstGeom prst="rect">
            <a:avLst/>
          </a:prstGeom>
          <a:solidFill>
            <a:srgbClr val="102D4C"/>
          </a:solidFill>
          <a:ln w="0">
            <a:noFill/>
            <a:prstDash val="solid"/>
          </a:ln>
        </p:spPr>
      </p:sp>
      <p:sp>
        <p:nvSpPr>
          <p:cNvPr id="6" name="矩形 5">
            <a:extLst>
              <a:ext uri="{FF2B5EF4-FFF2-40B4-BE49-F238E27FC236}">
                <a16:creationId xmlns:a16="http://schemas.microsoft.com/office/drawing/2014/main" id="{FC59F04E-FA40-4A6B-98CA-B415919D612A}"/>
              </a:ext>
            </a:extLst>
          </p:cNvPr>
          <p:cNvSpPr>
            <a:spLocks noGrp="1"/>
          </p:cNvSpPr>
          <p:nvPr/>
        </p:nvSpPr>
        <p:spPr>
          <a:xfrm>
            <a:off x="3476625" y="1457325"/>
            <a:ext cx="9525" cy="685800"/>
          </a:xfrm>
          <a:prstGeom prst="rect">
            <a:avLst/>
          </a:prstGeom>
          <a:solidFill>
            <a:srgbClr val="53708D"/>
          </a:solidFill>
          <a:ln w="0">
            <a:noFill/>
            <a:prstDash val="solid"/>
          </a:ln>
        </p:spPr>
      </p:sp>
      <p:sp>
        <p:nvSpPr>
          <p:cNvPr id="7" name="矩形 6">
            <a:extLst>
              <a:ext uri="{FF2B5EF4-FFF2-40B4-BE49-F238E27FC236}">
                <a16:creationId xmlns:a16="http://schemas.microsoft.com/office/drawing/2014/main" id="{E7B73A9C-EF4A-458B-8BD8-0B5B179AC568}"/>
              </a:ext>
            </a:extLst>
          </p:cNvPr>
          <p:cNvSpPr>
            <a:spLocks noGrp="1"/>
          </p:cNvSpPr>
          <p:nvPr/>
        </p:nvSpPr>
        <p:spPr>
          <a:xfrm>
            <a:off x="7077075" y="1457325"/>
            <a:ext cx="9525" cy="685800"/>
          </a:xfrm>
          <a:prstGeom prst="rect">
            <a:avLst/>
          </a:prstGeom>
          <a:solidFill>
            <a:srgbClr val="53708D"/>
          </a:solidFill>
          <a:ln w="0">
            <a:noFill/>
            <a:prstDash val="solid"/>
          </a:ln>
        </p:spPr>
      </p:sp>
      <p:sp>
        <p:nvSpPr>
          <p:cNvPr id="8" name="矩形 7">
            <a:extLst>
              <a:ext uri="{FF2B5EF4-FFF2-40B4-BE49-F238E27FC236}">
                <a16:creationId xmlns:a16="http://schemas.microsoft.com/office/drawing/2014/main" id="{689AF41C-876C-4374-A4CB-9C45B09D4977}"/>
              </a:ext>
            </a:extLst>
          </p:cNvPr>
          <p:cNvSpPr>
            <a:spLocks noGrp="1"/>
          </p:cNvSpPr>
          <p:nvPr/>
        </p:nvSpPr>
        <p:spPr>
          <a:xfrm>
            <a:off x="276225" y="1409700"/>
            <a:ext cx="762000" cy="552450"/>
          </a:xfrm>
          <a:prstGeom prst="rect">
            <a:avLst/>
          </a:prstGeom>
          <a:noFill/>
          <a:ln w="0">
            <a:noFill/>
            <a:prstDash val="solid"/>
          </a:ln>
        </p:spPr>
        <p:txBody>
          <a:bodyPr anchor="ctr"/>
          <a:lstStyle>
            <a:defPPr algn="l">
              <a:defRPr sz="3375" b="1">
                <a:solidFill>
                  <a:srgbClr val="FFFFFF"/>
                </a:solidFill>
              </a:defRPr>
            </a:defPPr>
            <a:lvl1pPr algn="l">
              <a:defRPr sz="3375" b="1">
                <a:solidFill>
                  <a:srgbClr val="FFFFFF"/>
                </a:solidFill>
              </a:defRPr>
            </a:lvl1pPr>
            <a:lvl2pPr algn="l">
              <a:defRPr sz="3375" b="1">
                <a:solidFill>
                  <a:srgbClr val="FFFFFF"/>
                </a:solidFill>
              </a:defRPr>
            </a:lvl2pPr>
            <a:lvl3pPr algn="l">
              <a:defRPr sz="3375" b="1">
                <a:solidFill>
                  <a:srgbClr val="FFFFFF"/>
                </a:solidFill>
              </a:defRPr>
            </a:lvl3pPr>
            <a:lvl4pPr algn="l">
              <a:defRPr sz="3375" b="1">
                <a:solidFill>
                  <a:srgbClr val="FFFFFF"/>
                </a:solidFill>
              </a:defRPr>
            </a:lvl4pPr>
            <a:lvl5pPr algn="l">
              <a:defRPr sz="3375" b="1">
                <a:solidFill>
                  <a:srgbClr val="FFFFFF"/>
                </a:solidFill>
              </a:defRPr>
            </a:lvl5pPr>
            <a:lvl6pPr algn="l">
              <a:defRPr sz="3375" b="1">
                <a:solidFill>
                  <a:srgbClr val="FFFFFF"/>
                </a:solidFill>
              </a:defRPr>
            </a:lvl6pPr>
            <a:lvl7pPr algn="l">
              <a:defRPr sz="3375" b="1">
                <a:solidFill>
                  <a:srgbClr val="FFFFFF"/>
                </a:solidFill>
              </a:defRPr>
            </a:lvl7pPr>
            <a:lvl8pPr algn="l">
              <a:defRPr sz="3375" b="1">
                <a:solidFill>
                  <a:srgbClr val="FFFFFF"/>
                </a:solidFill>
              </a:defRPr>
            </a:lvl8pPr>
            <a:lvl9pPr algn="l">
              <a:defRPr sz="3375" b="1">
                <a:solidFill>
                  <a:srgbClr val="FFFFFF"/>
                </a:solidFill>
              </a:defRPr>
            </a:lvl9pPr>
          </a:lstStyle>
          <a:p>
            <a:pPr algn="l">
              <a:defRPr sz="3375" b="1">
                <a:solidFill>
                  <a:srgbClr val="FFFFFF"/>
                </a:solidFill>
              </a:defRPr>
            </a:pPr>
            <a:r>
              <a:rPr sz="4000" b="1">
                <a:solidFill>
                  <a:srgbClr val="FFFFFF"/>
                </a:solidFill>
              </a:rPr>
              <a:t>8</a:t>
            </a:r>
          </a:p>
        </p:txBody>
      </p:sp>
      <p:sp>
        <p:nvSpPr>
          <p:cNvPr id="9" name="矩形 8">
            <a:extLst>
              <a:ext uri="{FF2B5EF4-FFF2-40B4-BE49-F238E27FC236}">
                <a16:creationId xmlns:a16="http://schemas.microsoft.com/office/drawing/2014/main" id="{B19E1F30-19E7-4AAC-88CB-AEF4CE640EDA}"/>
              </a:ext>
            </a:extLst>
          </p:cNvPr>
          <p:cNvSpPr>
            <a:spLocks noGrp="1"/>
          </p:cNvSpPr>
          <p:nvPr/>
        </p:nvSpPr>
        <p:spPr>
          <a:xfrm>
            <a:off x="1066800" y="1438275"/>
            <a:ext cx="2047875" cy="266700"/>
          </a:xfrm>
          <a:prstGeom prst="rect">
            <a:avLst/>
          </a:prstGeom>
          <a:noFill/>
          <a:ln w="0">
            <a:noFill/>
            <a:prstDash val="solid"/>
          </a:ln>
        </p:spPr>
        <p:txBody>
          <a:bodyPr anchor="ctr"/>
          <a:lstStyle>
            <a:defPPr algn="l">
              <a:defRPr sz="1275" b="1">
                <a:solidFill>
                  <a:srgbClr val="D9E5F0"/>
                </a:solidFill>
              </a:defRPr>
            </a:defPPr>
            <a:lvl1pPr algn="l">
              <a:defRPr sz="1275" b="1">
                <a:solidFill>
                  <a:srgbClr val="D9E5F0"/>
                </a:solidFill>
              </a:defRPr>
            </a:lvl1pPr>
            <a:lvl2pPr algn="l">
              <a:defRPr sz="1275" b="1">
                <a:solidFill>
                  <a:srgbClr val="D9E5F0"/>
                </a:solidFill>
              </a:defRPr>
            </a:lvl2pPr>
            <a:lvl3pPr algn="l">
              <a:defRPr sz="1275" b="1">
                <a:solidFill>
                  <a:srgbClr val="D9E5F0"/>
                </a:solidFill>
              </a:defRPr>
            </a:lvl3pPr>
            <a:lvl4pPr algn="l">
              <a:defRPr sz="1275" b="1">
                <a:solidFill>
                  <a:srgbClr val="D9E5F0"/>
                </a:solidFill>
              </a:defRPr>
            </a:lvl4pPr>
            <a:lvl5pPr algn="l">
              <a:defRPr sz="1275" b="1">
                <a:solidFill>
                  <a:srgbClr val="D9E5F0"/>
                </a:solidFill>
              </a:defRPr>
            </a:lvl5pPr>
            <a:lvl6pPr algn="l">
              <a:defRPr sz="1275" b="1">
                <a:solidFill>
                  <a:srgbClr val="D9E5F0"/>
                </a:solidFill>
              </a:defRPr>
            </a:lvl6pPr>
            <a:lvl7pPr algn="l">
              <a:defRPr sz="1275" b="1">
                <a:solidFill>
                  <a:srgbClr val="D9E5F0"/>
                </a:solidFill>
              </a:defRPr>
            </a:lvl7pPr>
            <a:lvl8pPr algn="l">
              <a:defRPr sz="1275" b="1">
                <a:solidFill>
                  <a:srgbClr val="D9E5F0"/>
                </a:solidFill>
              </a:defRPr>
            </a:lvl8pPr>
            <a:lvl9pPr algn="l">
              <a:defRPr sz="1275" b="1">
                <a:solidFill>
                  <a:srgbClr val="D9E5F0"/>
                </a:solidFill>
              </a:defRPr>
            </a:lvl9pPr>
          </a:lstStyle>
          <a:p>
            <a:pPr algn="l">
              <a:defRPr sz="1275" b="1">
                <a:solidFill>
                  <a:srgbClr val="D9E5F0"/>
                </a:solidFill>
              </a:defRPr>
            </a:pPr>
            <a:r>
              <a:rPr sz="1600" b="1">
                <a:solidFill>
                  <a:srgbClr val="D9E5F0"/>
                </a:solidFill>
              </a:rPr>
              <a:t>HANDS-ON LABS</a:t>
            </a:r>
          </a:p>
        </p:txBody>
      </p:sp>
      <p:sp>
        <p:nvSpPr>
          <p:cNvPr id="10" name="矩形 9">
            <a:extLst>
              <a:ext uri="{FF2B5EF4-FFF2-40B4-BE49-F238E27FC236}">
                <a16:creationId xmlns:a16="http://schemas.microsoft.com/office/drawing/2014/main" id="{8FBB3B45-4E12-4DAA-8E90-1737B1B5FD96}"/>
              </a:ext>
            </a:extLst>
          </p:cNvPr>
          <p:cNvSpPr>
            <a:spLocks noGrp="1"/>
          </p:cNvSpPr>
          <p:nvPr/>
        </p:nvSpPr>
        <p:spPr>
          <a:xfrm>
            <a:off x="1066800" y="1743075"/>
            <a:ext cx="2047875" cy="304800"/>
          </a:xfrm>
          <a:prstGeom prst="rect">
            <a:avLst/>
          </a:prstGeom>
          <a:noFill/>
          <a:ln w="0">
            <a:noFill/>
            <a:prstDash val="solid"/>
          </a:ln>
        </p:spPr>
        <p:txBody>
          <a:bodyPr anchor="ctr"/>
          <a:lstStyle>
            <a:defPPr algn="l">
              <a:defRPr sz="1050" b="0">
                <a:solidFill>
                  <a:srgbClr val="B8C8D7"/>
                </a:solidFill>
              </a:defRPr>
            </a:defPPr>
            <a:lvl1pPr algn="l">
              <a:defRPr sz="1050" b="0">
                <a:solidFill>
                  <a:srgbClr val="B8C8D7"/>
                </a:solidFill>
              </a:defRPr>
            </a:lvl1pPr>
            <a:lvl2pPr algn="l">
              <a:defRPr sz="1050" b="0">
                <a:solidFill>
                  <a:srgbClr val="B8C8D7"/>
                </a:solidFill>
              </a:defRPr>
            </a:lvl2pPr>
            <a:lvl3pPr algn="l">
              <a:defRPr sz="1050" b="0">
                <a:solidFill>
                  <a:srgbClr val="B8C8D7"/>
                </a:solidFill>
              </a:defRPr>
            </a:lvl3pPr>
            <a:lvl4pPr algn="l">
              <a:defRPr sz="1050" b="0">
                <a:solidFill>
                  <a:srgbClr val="B8C8D7"/>
                </a:solidFill>
              </a:defRPr>
            </a:lvl4pPr>
            <a:lvl5pPr algn="l">
              <a:defRPr sz="1050" b="0">
                <a:solidFill>
                  <a:srgbClr val="B8C8D7"/>
                </a:solidFill>
              </a:defRPr>
            </a:lvl5pPr>
            <a:lvl6pPr algn="l">
              <a:defRPr sz="1050" b="0">
                <a:solidFill>
                  <a:srgbClr val="B8C8D7"/>
                </a:solidFill>
              </a:defRPr>
            </a:lvl6pPr>
            <a:lvl7pPr algn="l">
              <a:defRPr sz="1050" b="0">
                <a:solidFill>
                  <a:srgbClr val="B8C8D7"/>
                </a:solidFill>
              </a:defRPr>
            </a:lvl7pPr>
            <a:lvl8pPr algn="l">
              <a:defRPr sz="1050" b="0">
                <a:solidFill>
                  <a:srgbClr val="B8C8D7"/>
                </a:solidFill>
              </a:defRPr>
            </a:lvl8pPr>
            <a:lvl9pPr algn="l">
              <a:defRPr sz="1050" b="0">
                <a:solidFill>
                  <a:srgbClr val="B8C8D7"/>
                </a:solidFill>
              </a:defRPr>
            </a:lvl9pPr>
          </a:lstStyle>
          <a:p>
            <a:pPr algn="l">
              <a:defRPr sz="1050" b="0">
                <a:solidFill>
                  <a:srgbClr val="B8C8D7"/>
                </a:solidFill>
              </a:defRPr>
            </a:pPr>
            <a:r>
              <a:rPr sz="1200" b="0">
                <a:solidFill>
                  <a:srgbClr val="B8C8D7"/>
                </a:solidFill>
              </a:rPr>
              <a:t>A complete practice sequence</a:t>
            </a:r>
          </a:p>
        </p:txBody>
      </p:sp>
      <p:sp>
        <p:nvSpPr>
          <p:cNvPr id="11" name="矩形 10">
            <a:extLst>
              <a:ext uri="{FF2B5EF4-FFF2-40B4-BE49-F238E27FC236}">
                <a16:creationId xmlns:a16="http://schemas.microsoft.com/office/drawing/2014/main" id="{E00BFEC9-E870-4E9D-997D-550674C6B56C}"/>
              </a:ext>
            </a:extLst>
          </p:cNvPr>
          <p:cNvSpPr>
            <a:spLocks noGrp="1"/>
          </p:cNvSpPr>
          <p:nvPr/>
        </p:nvSpPr>
        <p:spPr>
          <a:xfrm>
            <a:off x="3790950" y="1409700"/>
            <a:ext cx="876300" cy="552450"/>
          </a:xfrm>
          <a:prstGeom prst="rect">
            <a:avLst/>
          </a:prstGeom>
          <a:noFill/>
          <a:ln w="0">
            <a:noFill/>
            <a:prstDash val="solid"/>
          </a:ln>
        </p:spPr>
        <p:txBody>
          <a:bodyPr anchor="ctr"/>
          <a:lstStyle>
            <a:defPPr algn="l">
              <a:defRPr sz="3375" b="1">
                <a:solidFill>
                  <a:srgbClr val="FFFFFF"/>
                </a:solidFill>
              </a:defRPr>
            </a:defPPr>
            <a:lvl1pPr algn="l">
              <a:defRPr sz="3375" b="1">
                <a:solidFill>
                  <a:srgbClr val="FFFFFF"/>
                </a:solidFill>
              </a:defRPr>
            </a:lvl1pPr>
            <a:lvl2pPr algn="l">
              <a:defRPr sz="3375" b="1">
                <a:solidFill>
                  <a:srgbClr val="FFFFFF"/>
                </a:solidFill>
              </a:defRPr>
            </a:lvl2pPr>
            <a:lvl3pPr algn="l">
              <a:defRPr sz="3375" b="1">
                <a:solidFill>
                  <a:srgbClr val="FFFFFF"/>
                </a:solidFill>
              </a:defRPr>
            </a:lvl3pPr>
            <a:lvl4pPr algn="l">
              <a:defRPr sz="3375" b="1">
                <a:solidFill>
                  <a:srgbClr val="FFFFFF"/>
                </a:solidFill>
              </a:defRPr>
            </a:lvl4pPr>
            <a:lvl5pPr algn="l">
              <a:defRPr sz="3375" b="1">
                <a:solidFill>
                  <a:srgbClr val="FFFFFF"/>
                </a:solidFill>
              </a:defRPr>
            </a:lvl5pPr>
            <a:lvl6pPr algn="l">
              <a:defRPr sz="3375" b="1">
                <a:solidFill>
                  <a:srgbClr val="FFFFFF"/>
                </a:solidFill>
              </a:defRPr>
            </a:lvl6pPr>
            <a:lvl7pPr algn="l">
              <a:defRPr sz="3375" b="1">
                <a:solidFill>
                  <a:srgbClr val="FFFFFF"/>
                </a:solidFill>
              </a:defRPr>
            </a:lvl7pPr>
            <a:lvl8pPr algn="l">
              <a:defRPr sz="3375" b="1">
                <a:solidFill>
                  <a:srgbClr val="FFFFFF"/>
                </a:solidFill>
              </a:defRPr>
            </a:lvl8pPr>
            <a:lvl9pPr algn="l">
              <a:defRPr sz="3375" b="1">
                <a:solidFill>
                  <a:srgbClr val="FFFFFF"/>
                </a:solidFill>
              </a:defRPr>
            </a:lvl9pPr>
          </a:lstStyle>
          <a:p>
            <a:pPr algn="l">
              <a:defRPr sz="3375" b="1">
                <a:solidFill>
                  <a:srgbClr val="FFFFFF"/>
                </a:solidFill>
              </a:defRPr>
            </a:pPr>
            <a:r>
              <a:rPr sz="4000" b="1">
                <a:solidFill>
                  <a:srgbClr val="FFFFFF"/>
                </a:solidFill>
              </a:rPr>
              <a:t>10</a:t>
            </a:r>
          </a:p>
        </p:txBody>
      </p:sp>
      <p:sp>
        <p:nvSpPr>
          <p:cNvPr id="12" name="矩形 11">
            <a:extLst>
              <a:ext uri="{FF2B5EF4-FFF2-40B4-BE49-F238E27FC236}">
                <a16:creationId xmlns:a16="http://schemas.microsoft.com/office/drawing/2014/main" id="{55FD85A8-4236-412F-BCBA-67FAFD20FFC0}"/>
              </a:ext>
            </a:extLst>
          </p:cNvPr>
          <p:cNvSpPr>
            <a:spLocks noGrp="1"/>
          </p:cNvSpPr>
          <p:nvPr/>
        </p:nvSpPr>
        <p:spPr>
          <a:xfrm>
            <a:off x="4705350" y="1438275"/>
            <a:ext cx="2381250" cy="266700"/>
          </a:xfrm>
          <a:prstGeom prst="rect">
            <a:avLst/>
          </a:prstGeom>
          <a:noFill/>
          <a:ln w="0">
            <a:noFill/>
            <a:prstDash val="solid"/>
          </a:ln>
        </p:spPr>
        <p:txBody>
          <a:bodyPr anchor="ctr"/>
          <a:lstStyle>
            <a:defPPr algn="l">
              <a:defRPr sz="1275" b="1">
                <a:solidFill>
                  <a:srgbClr val="D9E5F0"/>
                </a:solidFill>
              </a:defRPr>
            </a:defPPr>
            <a:lvl1pPr algn="l">
              <a:defRPr sz="1275" b="1">
                <a:solidFill>
                  <a:srgbClr val="D9E5F0"/>
                </a:solidFill>
              </a:defRPr>
            </a:lvl1pPr>
            <a:lvl2pPr algn="l">
              <a:defRPr sz="1275" b="1">
                <a:solidFill>
                  <a:srgbClr val="D9E5F0"/>
                </a:solidFill>
              </a:defRPr>
            </a:lvl2pPr>
            <a:lvl3pPr algn="l">
              <a:defRPr sz="1275" b="1">
                <a:solidFill>
                  <a:srgbClr val="D9E5F0"/>
                </a:solidFill>
              </a:defRPr>
            </a:lvl3pPr>
            <a:lvl4pPr algn="l">
              <a:defRPr sz="1275" b="1">
                <a:solidFill>
                  <a:srgbClr val="D9E5F0"/>
                </a:solidFill>
              </a:defRPr>
            </a:lvl4pPr>
            <a:lvl5pPr algn="l">
              <a:defRPr sz="1275" b="1">
                <a:solidFill>
                  <a:srgbClr val="D9E5F0"/>
                </a:solidFill>
              </a:defRPr>
            </a:lvl5pPr>
            <a:lvl6pPr algn="l">
              <a:defRPr sz="1275" b="1">
                <a:solidFill>
                  <a:srgbClr val="D9E5F0"/>
                </a:solidFill>
              </a:defRPr>
            </a:lvl6pPr>
            <a:lvl7pPr algn="l">
              <a:defRPr sz="1275" b="1">
                <a:solidFill>
                  <a:srgbClr val="D9E5F0"/>
                </a:solidFill>
              </a:defRPr>
            </a:lvl7pPr>
            <a:lvl8pPr algn="l">
              <a:defRPr sz="1275" b="1">
                <a:solidFill>
                  <a:srgbClr val="D9E5F0"/>
                </a:solidFill>
              </a:defRPr>
            </a:lvl8pPr>
            <a:lvl9pPr algn="l">
              <a:defRPr sz="1275" b="1">
                <a:solidFill>
                  <a:srgbClr val="D9E5F0"/>
                </a:solidFill>
              </a:defRPr>
            </a:lvl9pPr>
          </a:lstStyle>
          <a:p>
            <a:pPr algn="l">
              <a:defRPr sz="1275" b="1">
                <a:solidFill>
                  <a:srgbClr val="D9E5F0"/>
                </a:solidFill>
              </a:defRPr>
            </a:pPr>
            <a:r>
              <a:rPr sz="1600" b="1" dirty="0">
                <a:solidFill>
                  <a:srgbClr val="D9E5F0"/>
                </a:solidFill>
              </a:rPr>
              <a:t>TEACHING ASSISTANTS</a:t>
            </a:r>
          </a:p>
        </p:txBody>
      </p:sp>
      <p:sp>
        <p:nvSpPr>
          <p:cNvPr id="13" name="矩形 12">
            <a:extLst>
              <a:ext uri="{FF2B5EF4-FFF2-40B4-BE49-F238E27FC236}">
                <a16:creationId xmlns:a16="http://schemas.microsoft.com/office/drawing/2014/main" id="{546815DF-BA78-4134-AAEA-818562732F50}"/>
              </a:ext>
            </a:extLst>
          </p:cNvPr>
          <p:cNvSpPr>
            <a:spLocks noGrp="1"/>
          </p:cNvSpPr>
          <p:nvPr/>
        </p:nvSpPr>
        <p:spPr>
          <a:xfrm>
            <a:off x="4705350" y="1743075"/>
            <a:ext cx="2176431" cy="304800"/>
          </a:xfrm>
          <a:prstGeom prst="rect">
            <a:avLst/>
          </a:prstGeom>
          <a:noFill/>
          <a:ln w="0">
            <a:noFill/>
            <a:prstDash val="solid"/>
          </a:ln>
        </p:spPr>
        <p:txBody>
          <a:bodyPr anchor="ctr"/>
          <a:lstStyle>
            <a:defPPr algn="l">
              <a:defRPr sz="1050" b="0">
                <a:solidFill>
                  <a:srgbClr val="B8C8D7"/>
                </a:solidFill>
              </a:defRPr>
            </a:defPPr>
            <a:lvl1pPr algn="l">
              <a:defRPr sz="1050" b="0">
                <a:solidFill>
                  <a:srgbClr val="B8C8D7"/>
                </a:solidFill>
              </a:defRPr>
            </a:lvl1pPr>
            <a:lvl2pPr algn="l">
              <a:defRPr sz="1050" b="0">
                <a:solidFill>
                  <a:srgbClr val="B8C8D7"/>
                </a:solidFill>
              </a:defRPr>
            </a:lvl2pPr>
            <a:lvl3pPr algn="l">
              <a:defRPr sz="1050" b="0">
                <a:solidFill>
                  <a:srgbClr val="B8C8D7"/>
                </a:solidFill>
              </a:defRPr>
            </a:lvl3pPr>
            <a:lvl4pPr algn="l">
              <a:defRPr sz="1050" b="0">
                <a:solidFill>
                  <a:srgbClr val="B8C8D7"/>
                </a:solidFill>
              </a:defRPr>
            </a:lvl4pPr>
            <a:lvl5pPr algn="l">
              <a:defRPr sz="1050" b="0">
                <a:solidFill>
                  <a:srgbClr val="B8C8D7"/>
                </a:solidFill>
              </a:defRPr>
            </a:lvl5pPr>
            <a:lvl6pPr algn="l">
              <a:defRPr sz="1050" b="0">
                <a:solidFill>
                  <a:srgbClr val="B8C8D7"/>
                </a:solidFill>
              </a:defRPr>
            </a:lvl6pPr>
            <a:lvl7pPr algn="l">
              <a:defRPr sz="1050" b="0">
                <a:solidFill>
                  <a:srgbClr val="B8C8D7"/>
                </a:solidFill>
              </a:defRPr>
            </a:lvl7pPr>
            <a:lvl8pPr algn="l">
              <a:defRPr sz="1050" b="0">
                <a:solidFill>
                  <a:srgbClr val="B8C8D7"/>
                </a:solidFill>
              </a:defRPr>
            </a:lvl8pPr>
            <a:lvl9pPr algn="l">
              <a:defRPr sz="1050" b="0">
                <a:solidFill>
                  <a:srgbClr val="B8C8D7"/>
                </a:solidFill>
              </a:defRPr>
            </a:lvl9pPr>
          </a:lstStyle>
          <a:p>
            <a:pPr algn="l">
              <a:defRPr sz="1050" b="0">
                <a:solidFill>
                  <a:srgbClr val="B8C8D7"/>
                </a:solidFill>
              </a:defRPr>
            </a:pPr>
            <a:r>
              <a:rPr sz="1200" b="0" dirty="0">
                <a:solidFill>
                  <a:srgbClr val="B8C8D7"/>
                </a:solidFill>
              </a:rPr>
              <a:t>Fast support during every lab</a:t>
            </a:r>
          </a:p>
        </p:txBody>
      </p:sp>
      <p:sp>
        <p:nvSpPr>
          <p:cNvPr id="14" name="矩形 13">
            <a:extLst>
              <a:ext uri="{FF2B5EF4-FFF2-40B4-BE49-F238E27FC236}">
                <a16:creationId xmlns:a16="http://schemas.microsoft.com/office/drawing/2014/main" id="{536849C5-ED1F-4D68-88A0-A6A98936F514}"/>
              </a:ext>
            </a:extLst>
          </p:cNvPr>
          <p:cNvSpPr>
            <a:spLocks noGrp="1"/>
          </p:cNvSpPr>
          <p:nvPr/>
        </p:nvSpPr>
        <p:spPr>
          <a:xfrm>
            <a:off x="7458075" y="1438275"/>
            <a:ext cx="2000250" cy="333375"/>
          </a:xfrm>
          <a:prstGeom prst="rect">
            <a:avLst/>
          </a:prstGeom>
          <a:noFill/>
          <a:ln w="0">
            <a:noFill/>
            <a:prstDash val="solid"/>
          </a:ln>
        </p:spPr>
        <p:txBody>
          <a:bodyPr anchor="ctr"/>
          <a:lstStyle>
            <a:defPPr algn="l">
              <a:defRPr sz="2025" b="1">
                <a:solidFill>
                  <a:srgbClr val="F4C86E"/>
                </a:solidFill>
              </a:defRPr>
            </a:defPPr>
            <a:lvl1pPr algn="l">
              <a:defRPr sz="2025" b="1">
                <a:solidFill>
                  <a:srgbClr val="F4C86E"/>
                </a:solidFill>
              </a:defRPr>
            </a:lvl1pPr>
            <a:lvl2pPr algn="l">
              <a:defRPr sz="2025" b="1">
                <a:solidFill>
                  <a:srgbClr val="F4C86E"/>
                </a:solidFill>
              </a:defRPr>
            </a:lvl2pPr>
            <a:lvl3pPr algn="l">
              <a:defRPr sz="2025" b="1">
                <a:solidFill>
                  <a:srgbClr val="F4C86E"/>
                </a:solidFill>
              </a:defRPr>
            </a:lvl3pPr>
            <a:lvl4pPr algn="l">
              <a:defRPr sz="2025" b="1">
                <a:solidFill>
                  <a:srgbClr val="F4C86E"/>
                </a:solidFill>
              </a:defRPr>
            </a:lvl4pPr>
            <a:lvl5pPr algn="l">
              <a:defRPr sz="2025" b="1">
                <a:solidFill>
                  <a:srgbClr val="F4C86E"/>
                </a:solidFill>
              </a:defRPr>
            </a:lvl5pPr>
            <a:lvl6pPr algn="l">
              <a:defRPr sz="2025" b="1">
                <a:solidFill>
                  <a:srgbClr val="F4C86E"/>
                </a:solidFill>
              </a:defRPr>
            </a:lvl6pPr>
            <a:lvl7pPr algn="l">
              <a:defRPr sz="2025" b="1">
                <a:solidFill>
                  <a:srgbClr val="F4C86E"/>
                </a:solidFill>
              </a:defRPr>
            </a:lvl7pPr>
            <a:lvl8pPr algn="l">
              <a:defRPr sz="2025" b="1">
                <a:solidFill>
                  <a:srgbClr val="F4C86E"/>
                </a:solidFill>
              </a:defRPr>
            </a:lvl8pPr>
            <a:lvl9pPr algn="l">
              <a:defRPr sz="2025" b="1">
                <a:solidFill>
                  <a:srgbClr val="F4C86E"/>
                </a:solidFill>
              </a:defRPr>
            </a:lvl9pPr>
          </a:lstStyle>
          <a:p>
            <a:pPr algn="l">
              <a:defRPr sz="2025" b="1">
                <a:solidFill>
                  <a:srgbClr val="F4C86E"/>
                </a:solidFill>
              </a:defRPr>
            </a:pPr>
            <a:r>
              <a:rPr sz="2800" b="1">
                <a:solidFill>
                  <a:srgbClr val="F4C86E"/>
                </a:solidFill>
              </a:rPr>
              <a:t>VERY HIGH</a:t>
            </a:r>
          </a:p>
        </p:txBody>
      </p:sp>
      <p:sp>
        <p:nvSpPr>
          <p:cNvPr id="15" name="矩形 14">
            <a:extLst>
              <a:ext uri="{FF2B5EF4-FFF2-40B4-BE49-F238E27FC236}">
                <a16:creationId xmlns:a16="http://schemas.microsoft.com/office/drawing/2014/main" id="{EF5958C6-7649-4FC6-B2E7-8ECD44E62366}"/>
              </a:ext>
            </a:extLst>
          </p:cNvPr>
          <p:cNvSpPr>
            <a:spLocks noGrp="1"/>
          </p:cNvSpPr>
          <p:nvPr/>
        </p:nvSpPr>
        <p:spPr>
          <a:xfrm>
            <a:off x="7458075" y="1743075"/>
            <a:ext cx="2000250" cy="285750"/>
          </a:xfrm>
          <a:prstGeom prst="rect">
            <a:avLst/>
          </a:prstGeom>
          <a:noFill/>
          <a:ln w="0">
            <a:noFill/>
            <a:prstDash val="solid"/>
          </a:ln>
        </p:spPr>
        <p:txBody>
          <a:bodyPr anchor="ctr"/>
          <a:lstStyle>
            <a:defPPr algn="l">
              <a:defRPr sz="1275" b="1">
                <a:solidFill>
                  <a:srgbClr val="F8E0AB"/>
                </a:solidFill>
              </a:defRPr>
            </a:defPPr>
            <a:lvl1pPr algn="l">
              <a:defRPr sz="1275" b="1">
                <a:solidFill>
                  <a:srgbClr val="F8E0AB"/>
                </a:solidFill>
              </a:defRPr>
            </a:lvl1pPr>
            <a:lvl2pPr algn="l">
              <a:defRPr sz="1275" b="1">
                <a:solidFill>
                  <a:srgbClr val="F8E0AB"/>
                </a:solidFill>
              </a:defRPr>
            </a:lvl2pPr>
            <a:lvl3pPr algn="l">
              <a:defRPr sz="1275" b="1">
                <a:solidFill>
                  <a:srgbClr val="F8E0AB"/>
                </a:solidFill>
              </a:defRPr>
            </a:lvl3pPr>
            <a:lvl4pPr algn="l">
              <a:defRPr sz="1275" b="1">
                <a:solidFill>
                  <a:srgbClr val="F8E0AB"/>
                </a:solidFill>
              </a:defRPr>
            </a:lvl4pPr>
            <a:lvl5pPr algn="l">
              <a:defRPr sz="1275" b="1">
                <a:solidFill>
                  <a:srgbClr val="F8E0AB"/>
                </a:solidFill>
              </a:defRPr>
            </a:lvl5pPr>
            <a:lvl6pPr algn="l">
              <a:defRPr sz="1275" b="1">
                <a:solidFill>
                  <a:srgbClr val="F8E0AB"/>
                </a:solidFill>
              </a:defRPr>
            </a:lvl6pPr>
            <a:lvl7pPr algn="l">
              <a:defRPr sz="1275" b="1">
                <a:solidFill>
                  <a:srgbClr val="F8E0AB"/>
                </a:solidFill>
              </a:defRPr>
            </a:lvl7pPr>
            <a:lvl8pPr algn="l">
              <a:defRPr sz="1275" b="1">
                <a:solidFill>
                  <a:srgbClr val="F8E0AB"/>
                </a:solidFill>
              </a:defRPr>
            </a:lvl8pPr>
            <a:lvl9pPr algn="l">
              <a:defRPr sz="1275" b="1">
                <a:solidFill>
                  <a:srgbClr val="F8E0AB"/>
                </a:solidFill>
              </a:defRPr>
            </a:lvl9pPr>
          </a:lstStyle>
          <a:p>
            <a:pPr algn="l">
              <a:defRPr sz="1275" b="1">
                <a:solidFill>
                  <a:srgbClr val="F8E0AB"/>
                </a:solidFill>
              </a:defRPr>
            </a:pPr>
            <a:r>
              <a:rPr sz="1600" b="1">
                <a:solidFill>
                  <a:srgbClr val="F8E0AB"/>
                </a:solidFill>
              </a:rPr>
              <a:t>COMPLETION</a:t>
            </a:r>
          </a:p>
        </p:txBody>
      </p:sp>
      <p:sp>
        <p:nvSpPr>
          <p:cNvPr id="16" name="矩形 15">
            <a:extLst>
              <a:ext uri="{FF2B5EF4-FFF2-40B4-BE49-F238E27FC236}">
                <a16:creationId xmlns:a16="http://schemas.microsoft.com/office/drawing/2014/main" id="{C707810C-5E87-4EFF-92E7-61A5C2FB43B7}"/>
              </a:ext>
            </a:extLst>
          </p:cNvPr>
          <p:cNvSpPr>
            <a:spLocks noGrp="1"/>
          </p:cNvSpPr>
          <p:nvPr/>
        </p:nvSpPr>
        <p:spPr>
          <a:xfrm>
            <a:off x="9429750" y="1504950"/>
            <a:ext cx="1524000" cy="495300"/>
          </a:xfrm>
          <a:prstGeom prst="rect">
            <a:avLst/>
          </a:prstGeom>
          <a:noFill/>
          <a:ln w="0">
            <a:noFill/>
            <a:prstDash val="solid"/>
          </a:ln>
        </p:spPr>
        <p:txBody>
          <a:bodyPr anchor="ctr"/>
          <a:lstStyle>
            <a:defPPr algn="l">
              <a:defRPr sz="1050" b="0">
                <a:solidFill>
                  <a:srgbClr val="DCC898"/>
                </a:solidFill>
              </a:defRPr>
            </a:defPPr>
            <a:lvl1pPr algn="l">
              <a:defRPr sz="1050" b="0">
                <a:solidFill>
                  <a:srgbClr val="DCC898"/>
                </a:solidFill>
              </a:defRPr>
            </a:lvl1pPr>
            <a:lvl2pPr algn="l">
              <a:defRPr sz="1050" b="0">
                <a:solidFill>
                  <a:srgbClr val="DCC898"/>
                </a:solidFill>
              </a:defRPr>
            </a:lvl2pPr>
            <a:lvl3pPr algn="l">
              <a:defRPr sz="1050" b="0">
                <a:solidFill>
                  <a:srgbClr val="DCC898"/>
                </a:solidFill>
              </a:defRPr>
            </a:lvl3pPr>
            <a:lvl4pPr algn="l">
              <a:defRPr sz="1050" b="0">
                <a:solidFill>
                  <a:srgbClr val="DCC898"/>
                </a:solidFill>
              </a:defRPr>
            </a:lvl4pPr>
            <a:lvl5pPr algn="l">
              <a:defRPr sz="1050" b="0">
                <a:solidFill>
                  <a:srgbClr val="DCC898"/>
                </a:solidFill>
              </a:defRPr>
            </a:lvl5pPr>
            <a:lvl6pPr algn="l">
              <a:defRPr sz="1050" b="0">
                <a:solidFill>
                  <a:srgbClr val="DCC898"/>
                </a:solidFill>
              </a:defRPr>
            </a:lvl6pPr>
            <a:lvl7pPr algn="l">
              <a:defRPr sz="1050" b="0">
                <a:solidFill>
                  <a:srgbClr val="DCC898"/>
                </a:solidFill>
              </a:defRPr>
            </a:lvl7pPr>
            <a:lvl8pPr algn="l">
              <a:defRPr sz="1050" b="0">
                <a:solidFill>
                  <a:srgbClr val="DCC898"/>
                </a:solidFill>
              </a:defRPr>
            </a:lvl8pPr>
            <a:lvl9pPr algn="l">
              <a:defRPr sz="1050" b="0">
                <a:solidFill>
                  <a:srgbClr val="DCC898"/>
                </a:solidFill>
              </a:defRPr>
            </a:lvl9pPr>
          </a:lstStyle>
          <a:p>
            <a:pPr algn="l">
              <a:defRPr sz="1050" b="0">
                <a:solidFill>
                  <a:srgbClr val="DCC898"/>
                </a:solidFill>
              </a:defRPr>
            </a:pPr>
            <a:endParaRPr sz="1050" b="0" dirty="0">
              <a:solidFill>
                <a:srgbClr val="DCC898"/>
              </a:solidFill>
            </a:endParaRPr>
          </a:p>
        </p:txBody>
      </p:sp>
      <p:sp>
        <p:nvSpPr>
          <p:cNvPr id="17" name="矩形 16">
            <a:extLst>
              <a:ext uri="{FF2B5EF4-FFF2-40B4-BE49-F238E27FC236}">
                <a16:creationId xmlns:a16="http://schemas.microsoft.com/office/drawing/2014/main" id="{3C1BF4D6-2B22-46B9-BF35-744781AF265D}"/>
              </a:ext>
            </a:extLst>
          </p:cNvPr>
          <p:cNvSpPr>
            <a:spLocks noGrp="1"/>
          </p:cNvSpPr>
          <p:nvPr/>
        </p:nvSpPr>
        <p:spPr>
          <a:xfrm>
            <a:off x="19050" y="2609850"/>
            <a:ext cx="2286000" cy="238125"/>
          </a:xfrm>
          <a:prstGeom prst="rect">
            <a:avLst/>
          </a:prstGeom>
          <a:noFill/>
          <a:ln w="0">
            <a:noFill/>
            <a:prstDash val="solid"/>
          </a:ln>
        </p:spPr>
        <p:txBody>
          <a:bodyPr anchor="ctr"/>
          <a:lstStyle>
            <a:defPPr algn="l">
              <a:defRPr sz="1050" b="1">
                <a:solidFill>
                  <a:srgbClr val="2F6FC2"/>
                </a:solidFill>
              </a:defRPr>
            </a:defPPr>
            <a:lvl1pPr algn="l">
              <a:defRPr sz="1050" b="1">
                <a:solidFill>
                  <a:srgbClr val="2F6FC2"/>
                </a:solidFill>
              </a:defRPr>
            </a:lvl1pPr>
            <a:lvl2pPr algn="l">
              <a:defRPr sz="1050" b="1">
                <a:solidFill>
                  <a:srgbClr val="2F6FC2"/>
                </a:solidFill>
              </a:defRPr>
            </a:lvl2pPr>
            <a:lvl3pPr algn="l">
              <a:defRPr sz="1050" b="1">
                <a:solidFill>
                  <a:srgbClr val="2F6FC2"/>
                </a:solidFill>
              </a:defRPr>
            </a:lvl3pPr>
            <a:lvl4pPr algn="l">
              <a:defRPr sz="1050" b="1">
                <a:solidFill>
                  <a:srgbClr val="2F6FC2"/>
                </a:solidFill>
              </a:defRPr>
            </a:lvl4pPr>
            <a:lvl5pPr algn="l">
              <a:defRPr sz="1050" b="1">
                <a:solidFill>
                  <a:srgbClr val="2F6FC2"/>
                </a:solidFill>
              </a:defRPr>
            </a:lvl5pPr>
            <a:lvl6pPr algn="l">
              <a:defRPr sz="1050" b="1">
                <a:solidFill>
                  <a:srgbClr val="2F6FC2"/>
                </a:solidFill>
              </a:defRPr>
            </a:lvl6pPr>
            <a:lvl7pPr algn="l">
              <a:defRPr sz="1050" b="1">
                <a:solidFill>
                  <a:srgbClr val="2F6FC2"/>
                </a:solidFill>
              </a:defRPr>
            </a:lvl7pPr>
            <a:lvl8pPr algn="l">
              <a:defRPr sz="1050" b="1">
                <a:solidFill>
                  <a:srgbClr val="2F6FC2"/>
                </a:solidFill>
              </a:defRPr>
            </a:lvl8pPr>
            <a:lvl9pPr algn="l">
              <a:defRPr sz="1050" b="1">
                <a:solidFill>
                  <a:srgbClr val="2F6FC2"/>
                </a:solidFill>
              </a:defRPr>
            </a:lvl9pPr>
          </a:lstStyle>
          <a:p>
            <a:pPr algn="l">
              <a:defRPr sz="1050" b="1">
                <a:solidFill>
                  <a:srgbClr val="2F6FC2"/>
                </a:solidFill>
              </a:defRPr>
            </a:pPr>
            <a:r>
              <a:rPr sz="1600" b="1">
                <a:solidFill>
                  <a:srgbClr val="2F6FC2"/>
                </a:solidFill>
              </a:rPr>
              <a:t>LAB SEQUENCE</a:t>
            </a:r>
          </a:p>
        </p:txBody>
      </p:sp>
      <p:sp>
        <p:nvSpPr>
          <p:cNvPr id="18" name="矩形 17">
            <a:extLst>
              <a:ext uri="{FF2B5EF4-FFF2-40B4-BE49-F238E27FC236}">
                <a16:creationId xmlns:a16="http://schemas.microsoft.com/office/drawing/2014/main" id="{85035A96-E959-4B41-8E65-20D5EFC38868}"/>
              </a:ext>
            </a:extLst>
          </p:cNvPr>
          <p:cNvSpPr>
            <a:spLocks noGrp="1"/>
          </p:cNvSpPr>
          <p:nvPr/>
        </p:nvSpPr>
        <p:spPr>
          <a:xfrm>
            <a:off x="6762750" y="2609850"/>
            <a:ext cx="3429000" cy="238125"/>
          </a:xfrm>
          <a:prstGeom prst="rect">
            <a:avLst/>
          </a:prstGeom>
          <a:noFill/>
          <a:ln w="0">
            <a:noFill/>
            <a:prstDash val="solid"/>
          </a:ln>
        </p:spPr>
        <p:txBody>
          <a:bodyPr anchor="ctr"/>
          <a:lstStyle>
            <a:defPPr algn="l">
              <a:defRPr sz="1050" b="1">
                <a:solidFill>
                  <a:srgbClr val="2F6FC2"/>
                </a:solidFill>
              </a:defRPr>
            </a:defPPr>
            <a:lvl1pPr algn="l">
              <a:defRPr sz="1050" b="1">
                <a:solidFill>
                  <a:srgbClr val="2F6FC2"/>
                </a:solidFill>
              </a:defRPr>
            </a:lvl1pPr>
            <a:lvl2pPr algn="l">
              <a:defRPr sz="1050" b="1">
                <a:solidFill>
                  <a:srgbClr val="2F6FC2"/>
                </a:solidFill>
              </a:defRPr>
            </a:lvl2pPr>
            <a:lvl3pPr algn="l">
              <a:defRPr sz="1050" b="1">
                <a:solidFill>
                  <a:srgbClr val="2F6FC2"/>
                </a:solidFill>
              </a:defRPr>
            </a:lvl3pPr>
            <a:lvl4pPr algn="l">
              <a:defRPr sz="1050" b="1">
                <a:solidFill>
                  <a:srgbClr val="2F6FC2"/>
                </a:solidFill>
              </a:defRPr>
            </a:lvl4pPr>
            <a:lvl5pPr algn="l">
              <a:defRPr sz="1050" b="1">
                <a:solidFill>
                  <a:srgbClr val="2F6FC2"/>
                </a:solidFill>
              </a:defRPr>
            </a:lvl5pPr>
            <a:lvl6pPr algn="l">
              <a:defRPr sz="1050" b="1">
                <a:solidFill>
                  <a:srgbClr val="2F6FC2"/>
                </a:solidFill>
              </a:defRPr>
            </a:lvl6pPr>
            <a:lvl7pPr algn="l">
              <a:defRPr sz="1050" b="1">
                <a:solidFill>
                  <a:srgbClr val="2F6FC2"/>
                </a:solidFill>
              </a:defRPr>
            </a:lvl7pPr>
            <a:lvl8pPr algn="l">
              <a:defRPr sz="1050" b="1">
                <a:solidFill>
                  <a:srgbClr val="2F6FC2"/>
                </a:solidFill>
              </a:defRPr>
            </a:lvl8pPr>
            <a:lvl9pPr algn="l">
              <a:defRPr sz="1050" b="1">
                <a:solidFill>
                  <a:srgbClr val="2F6FC2"/>
                </a:solidFill>
              </a:defRPr>
            </a:lvl9pPr>
          </a:lstStyle>
          <a:p>
            <a:pPr algn="l">
              <a:defRPr sz="1050" b="1">
                <a:solidFill>
                  <a:srgbClr val="2F6FC2"/>
                </a:solidFill>
              </a:defRPr>
            </a:pPr>
            <a:r>
              <a:rPr sz="1050" b="1">
                <a:solidFill>
                  <a:srgbClr val="2F6FC2"/>
                </a:solidFill>
              </a:rPr>
              <a:t>DESIGNED FOR COMPLETION</a:t>
            </a:r>
          </a:p>
        </p:txBody>
      </p:sp>
      <p:sp>
        <p:nvSpPr>
          <p:cNvPr id="19" name="矩形 18">
            <a:extLst>
              <a:ext uri="{FF2B5EF4-FFF2-40B4-BE49-F238E27FC236}">
                <a16:creationId xmlns:a16="http://schemas.microsoft.com/office/drawing/2014/main" id="{21B86C52-996B-4F18-82B3-0A2EE9CCF0BC}"/>
              </a:ext>
            </a:extLst>
          </p:cNvPr>
          <p:cNvSpPr>
            <a:spLocks noGrp="1"/>
          </p:cNvSpPr>
          <p:nvPr/>
        </p:nvSpPr>
        <p:spPr>
          <a:xfrm>
            <a:off x="6410325" y="2609850"/>
            <a:ext cx="9525" cy="3333750"/>
          </a:xfrm>
          <a:prstGeom prst="rect">
            <a:avLst/>
          </a:prstGeom>
          <a:solidFill>
            <a:srgbClr val="D6DEE7"/>
          </a:solidFill>
          <a:ln w="0">
            <a:noFill/>
            <a:prstDash val="solid"/>
          </a:ln>
        </p:spPr>
      </p:sp>
      <p:sp>
        <p:nvSpPr>
          <p:cNvPr id="20" name="矩形 19">
            <a:extLst>
              <a:ext uri="{FF2B5EF4-FFF2-40B4-BE49-F238E27FC236}">
                <a16:creationId xmlns:a16="http://schemas.microsoft.com/office/drawing/2014/main" id="{440F4983-4FE3-4894-8844-B187ED15C218}"/>
              </a:ext>
            </a:extLst>
          </p:cNvPr>
          <p:cNvSpPr>
            <a:spLocks noGrp="1"/>
          </p:cNvSpPr>
          <p:nvPr/>
        </p:nvSpPr>
        <p:spPr>
          <a:xfrm>
            <a:off x="19050" y="3038475"/>
            <a:ext cx="742950" cy="209550"/>
          </a:xfrm>
          <a:prstGeom prst="rect">
            <a:avLst/>
          </a:prstGeom>
          <a:noFill/>
          <a:ln w="0">
            <a:noFill/>
            <a:prstDash val="solid"/>
          </a:ln>
        </p:spPr>
        <p:txBody>
          <a:bodyPr anchor="ctr"/>
          <a:lstStyle>
            <a:defPPr algn="l">
              <a:defRPr sz="900" b="1">
                <a:solidFill>
                  <a:srgbClr val="D2A450"/>
                </a:solidFill>
              </a:defRPr>
            </a:defPPr>
            <a:lvl1pPr algn="l">
              <a:defRPr sz="900" b="1">
                <a:solidFill>
                  <a:srgbClr val="D2A450"/>
                </a:solidFill>
              </a:defRPr>
            </a:lvl1pPr>
            <a:lvl2pPr algn="l">
              <a:defRPr sz="900" b="1">
                <a:solidFill>
                  <a:srgbClr val="D2A450"/>
                </a:solidFill>
              </a:defRPr>
            </a:lvl2pPr>
            <a:lvl3pPr algn="l">
              <a:defRPr sz="900" b="1">
                <a:solidFill>
                  <a:srgbClr val="D2A450"/>
                </a:solidFill>
              </a:defRPr>
            </a:lvl3pPr>
            <a:lvl4pPr algn="l">
              <a:defRPr sz="900" b="1">
                <a:solidFill>
                  <a:srgbClr val="D2A450"/>
                </a:solidFill>
              </a:defRPr>
            </a:lvl4pPr>
            <a:lvl5pPr algn="l">
              <a:defRPr sz="900" b="1">
                <a:solidFill>
                  <a:srgbClr val="D2A450"/>
                </a:solidFill>
              </a:defRPr>
            </a:lvl5pPr>
            <a:lvl6pPr algn="l">
              <a:defRPr sz="900" b="1">
                <a:solidFill>
                  <a:srgbClr val="D2A450"/>
                </a:solidFill>
              </a:defRPr>
            </a:lvl6pPr>
            <a:lvl7pPr algn="l">
              <a:defRPr sz="900" b="1">
                <a:solidFill>
                  <a:srgbClr val="D2A450"/>
                </a:solidFill>
              </a:defRPr>
            </a:lvl7pPr>
            <a:lvl8pPr algn="l">
              <a:defRPr sz="900" b="1">
                <a:solidFill>
                  <a:srgbClr val="D2A450"/>
                </a:solidFill>
              </a:defRPr>
            </a:lvl8pPr>
            <a:lvl9pPr algn="l">
              <a:defRPr sz="900" b="1">
                <a:solidFill>
                  <a:srgbClr val="D2A450"/>
                </a:solidFill>
              </a:defRPr>
            </a:lvl9pPr>
          </a:lstStyle>
          <a:p>
            <a:pPr algn="l">
              <a:defRPr sz="900" b="1">
                <a:solidFill>
                  <a:srgbClr val="D2A450"/>
                </a:solidFill>
              </a:defRPr>
            </a:pPr>
            <a:r>
              <a:rPr sz="1200" b="1">
                <a:solidFill>
                  <a:srgbClr val="D2A450"/>
                </a:solidFill>
              </a:rPr>
              <a:t>OCT 12</a:t>
            </a:r>
          </a:p>
        </p:txBody>
      </p:sp>
      <p:sp>
        <p:nvSpPr>
          <p:cNvPr id="21" name="矩形 20">
            <a:extLst>
              <a:ext uri="{FF2B5EF4-FFF2-40B4-BE49-F238E27FC236}">
                <a16:creationId xmlns:a16="http://schemas.microsoft.com/office/drawing/2014/main" id="{49E22DCF-77E6-4968-9C80-B5362EF0B6A7}"/>
              </a:ext>
            </a:extLst>
          </p:cNvPr>
          <p:cNvSpPr>
            <a:spLocks noGrp="1"/>
          </p:cNvSpPr>
          <p:nvPr/>
        </p:nvSpPr>
        <p:spPr>
          <a:xfrm>
            <a:off x="19050" y="3238500"/>
            <a:ext cx="2762250" cy="323850"/>
          </a:xfrm>
          <a:prstGeom prst="rect">
            <a:avLst/>
          </a:prstGeom>
          <a:noFill/>
          <a:ln w="0">
            <a:noFill/>
            <a:prstDash val="solid"/>
          </a:ln>
        </p:spPr>
        <p:txBody>
          <a:bodyPr anchor="ctr"/>
          <a:lstStyle>
            <a:defPPr algn="l">
              <a:defRPr sz="1350" b="1">
                <a:solidFill>
                  <a:srgbClr val="142A43"/>
                </a:solidFill>
              </a:defRPr>
            </a:defPPr>
            <a:lvl1pPr algn="l">
              <a:defRPr sz="1350" b="1">
                <a:solidFill>
                  <a:srgbClr val="142A43"/>
                </a:solidFill>
              </a:defRPr>
            </a:lvl1pPr>
            <a:lvl2pPr algn="l">
              <a:defRPr sz="1350" b="1">
                <a:solidFill>
                  <a:srgbClr val="142A43"/>
                </a:solidFill>
              </a:defRPr>
            </a:lvl2pPr>
            <a:lvl3pPr algn="l">
              <a:defRPr sz="1350" b="1">
                <a:solidFill>
                  <a:srgbClr val="142A43"/>
                </a:solidFill>
              </a:defRPr>
            </a:lvl3pPr>
            <a:lvl4pPr algn="l">
              <a:defRPr sz="1350" b="1">
                <a:solidFill>
                  <a:srgbClr val="142A43"/>
                </a:solidFill>
              </a:defRPr>
            </a:lvl4pPr>
            <a:lvl5pPr algn="l">
              <a:defRPr sz="1350" b="1">
                <a:solidFill>
                  <a:srgbClr val="142A43"/>
                </a:solidFill>
              </a:defRPr>
            </a:lvl5pPr>
            <a:lvl6pPr algn="l">
              <a:defRPr sz="1350" b="1">
                <a:solidFill>
                  <a:srgbClr val="142A43"/>
                </a:solidFill>
              </a:defRPr>
            </a:lvl6pPr>
            <a:lvl7pPr algn="l">
              <a:defRPr sz="1350" b="1">
                <a:solidFill>
                  <a:srgbClr val="142A43"/>
                </a:solidFill>
              </a:defRPr>
            </a:lvl7pPr>
            <a:lvl8pPr algn="l">
              <a:defRPr sz="1350" b="1">
                <a:solidFill>
                  <a:srgbClr val="142A43"/>
                </a:solidFill>
              </a:defRPr>
            </a:lvl8pPr>
            <a:lvl9pPr algn="l">
              <a:defRPr sz="1350" b="1">
                <a:solidFill>
                  <a:srgbClr val="142A43"/>
                </a:solidFill>
              </a:defRPr>
            </a:lvl9pPr>
          </a:lstStyle>
          <a:p>
            <a:pPr algn="l">
              <a:defRPr sz="1350" b="1">
                <a:solidFill>
                  <a:srgbClr val="142A43"/>
                </a:solidFill>
              </a:defRPr>
            </a:pPr>
            <a:r>
              <a:rPr sz="2000" b="1">
                <a:solidFill>
                  <a:srgbClr val="142A43"/>
                </a:solidFill>
              </a:rPr>
              <a:t>Inference Lab</a:t>
            </a:r>
          </a:p>
        </p:txBody>
      </p:sp>
      <p:sp>
        <p:nvSpPr>
          <p:cNvPr id="22" name="矩形 21">
            <a:extLst>
              <a:ext uri="{FF2B5EF4-FFF2-40B4-BE49-F238E27FC236}">
                <a16:creationId xmlns:a16="http://schemas.microsoft.com/office/drawing/2014/main" id="{D0EBEF70-A9C6-49B9-8DF3-400FF4A67C97}"/>
              </a:ext>
            </a:extLst>
          </p:cNvPr>
          <p:cNvSpPr>
            <a:spLocks noGrp="1"/>
          </p:cNvSpPr>
          <p:nvPr/>
        </p:nvSpPr>
        <p:spPr>
          <a:xfrm>
            <a:off x="19050" y="3629025"/>
            <a:ext cx="2667000" cy="9525"/>
          </a:xfrm>
          <a:prstGeom prst="rect">
            <a:avLst/>
          </a:prstGeom>
          <a:solidFill>
            <a:srgbClr val="D6DEE7"/>
          </a:solidFill>
          <a:ln w="0">
            <a:noFill/>
            <a:prstDash val="solid"/>
          </a:ln>
        </p:spPr>
      </p:sp>
      <p:sp>
        <p:nvSpPr>
          <p:cNvPr id="23" name="矩形 22">
            <a:extLst>
              <a:ext uri="{FF2B5EF4-FFF2-40B4-BE49-F238E27FC236}">
                <a16:creationId xmlns:a16="http://schemas.microsoft.com/office/drawing/2014/main" id="{D7BAFBFC-06D4-4652-83C0-6BC67D4438E3}"/>
              </a:ext>
            </a:extLst>
          </p:cNvPr>
          <p:cNvSpPr>
            <a:spLocks noGrp="1"/>
          </p:cNvSpPr>
          <p:nvPr/>
        </p:nvSpPr>
        <p:spPr>
          <a:xfrm>
            <a:off x="19050" y="3733800"/>
            <a:ext cx="742950" cy="209550"/>
          </a:xfrm>
          <a:prstGeom prst="rect">
            <a:avLst/>
          </a:prstGeom>
          <a:noFill/>
          <a:ln w="0">
            <a:noFill/>
            <a:prstDash val="solid"/>
          </a:ln>
        </p:spPr>
        <p:txBody>
          <a:bodyPr anchor="ctr"/>
          <a:lstStyle>
            <a:defPPr algn="l">
              <a:defRPr sz="900" b="1">
                <a:solidFill>
                  <a:srgbClr val="D2A450"/>
                </a:solidFill>
              </a:defRPr>
            </a:defPPr>
            <a:lvl1pPr algn="l">
              <a:defRPr sz="900" b="1">
                <a:solidFill>
                  <a:srgbClr val="D2A450"/>
                </a:solidFill>
              </a:defRPr>
            </a:lvl1pPr>
            <a:lvl2pPr algn="l">
              <a:defRPr sz="900" b="1">
                <a:solidFill>
                  <a:srgbClr val="D2A450"/>
                </a:solidFill>
              </a:defRPr>
            </a:lvl2pPr>
            <a:lvl3pPr algn="l">
              <a:defRPr sz="900" b="1">
                <a:solidFill>
                  <a:srgbClr val="D2A450"/>
                </a:solidFill>
              </a:defRPr>
            </a:lvl3pPr>
            <a:lvl4pPr algn="l">
              <a:defRPr sz="900" b="1">
                <a:solidFill>
                  <a:srgbClr val="D2A450"/>
                </a:solidFill>
              </a:defRPr>
            </a:lvl4pPr>
            <a:lvl5pPr algn="l">
              <a:defRPr sz="900" b="1">
                <a:solidFill>
                  <a:srgbClr val="D2A450"/>
                </a:solidFill>
              </a:defRPr>
            </a:lvl5pPr>
            <a:lvl6pPr algn="l">
              <a:defRPr sz="900" b="1">
                <a:solidFill>
                  <a:srgbClr val="D2A450"/>
                </a:solidFill>
              </a:defRPr>
            </a:lvl6pPr>
            <a:lvl7pPr algn="l">
              <a:defRPr sz="900" b="1">
                <a:solidFill>
                  <a:srgbClr val="D2A450"/>
                </a:solidFill>
              </a:defRPr>
            </a:lvl7pPr>
            <a:lvl8pPr algn="l">
              <a:defRPr sz="900" b="1">
                <a:solidFill>
                  <a:srgbClr val="D2A450"/>
                </a:solidFill>
              </a:defRPr>
            </a:lvl8pPr>
            <a:lvl9pPr algn="l">
              <a:defRPr sz="900" b="1">
                <a:solidFill>
                  <a:srgbClr val="D2A450"/>
                </a:solidFill>
              </a:defRPr>
            </a:lvl9pPr>
          </a:lstStyle>
          <a:p>
            <a:pPr algn="l">
              <a:defRPr sz="900" b="1">
                <a:solidFill>
                  <a:srgbClr val="D2A450"/>
                </a:solidFill>
              </a:defRPr>
            </a:pPr>
            <a:r>
              <a:rPr sz="1200" b="1">
                <a:solidFill>
                  <a:srgbClr val="D2A450"/>
                </a:solidFill>
              </a:rPr>
              <a:t>OCT 13</a:t>
            </a:r>
          </a:p>
        </p:txBody>
      </p:sp>
      <p:sp>
        <p:nvSpPr>
          <p:cNvPr id="24" name="矩形 23">
            <a:extLst>
              <a:ext uri="{FF2B5EF4-FFF2-40B4-BE49-F238E27FC236}">
                <a16:creationId xmlns:a16="http://schemas.microsoft.com/office/drawing/2014/main" id="{FFF970B5-C4E1-4CB0-A351-3C942C5AA213}"/>
              </a:ext>
            </a:extLst>
          </p:cNvPr>
          <p:cNvSpPr>
            <a:spLocks noGrp="1"/>
          </p:cNvSpPr>
          <p:nvPr/>
        </p:nvSpPr>
        <p:spPr>
          <a:xfrm>
            <a:off x="19050" y="3933825"/>
            <a:ext cx="2762250" cy="323850"/>
          </a:xfrm>
          <a:prstGeom prst="rect">
            <a:avLst/>
          </a:prstGeom>
          <a:noFill/>
          <a:ln w="0">
            <a:noFill/>
            <a:prstDash val="solid"/>
          </a:ln>
        </p:spPr>
        <p:txBody>
          <a:bodyPr anchor="ctr"/>
          <a:lstStyle>
            <a:defPPr algn="l">
              <a:defRPr sz="1350" b="1">
                <a:solidFill>
                  <a:srgbClr val="142A43"/>
                </a:solidFill>
              </a:defRPr>
            </a:defPPr>
            <a:lvl1pPr algn="l">
              <a:defRPr sz="1350" b="1">
                <a:solidFill>
                  <a:srgbClr val="142A43"/>
                </a:solidFill>
              </a:defRPr>
            </a:lvl1pPr>
            <a:lvl2pPr algn="l">
              <a:defRPr sz="1350" b="1">
                <a:solidFill>
                  <a:srgbClr val="142A43"/>
                </a:solidFill>
              </a:defRPr>
            </a:lvl2pPr>
            <a:lvl3pPr algn="l">
              <a:defRPr sz="1350" b="1">
                <a:solidFill>
                  <a:srgbClr val="142A43"/>
                </a:solidFill>
              </a:defRPr>
            </a:lvl3pPr>
            <a:lvl4pPr algn="l">
              <a:defRPr sz="1350" b="1">
                <a:solidFill>
                  <a:srgbClr val="142A43"/>
                </a:solidFill>
              </a:defRPr>
            </a:lvl4pPr>
            <a:lvl5pPr algn="l">
              <a:defRPr sz="1350" b="1">
                <a:solidFill>
                  <a:srgbClr val="142A43"/>
                </a:solidFill>
              </a:defRPr>
            </a:lvl5pPr>
            <a:lvl6pPr algn="l">
              <a:defRPr sz="1350" b="1">
                <a:solidFill>
                  <a:srgbClr val="142A43"/>
                </a:solidFill>
              </a:defRPr>
            </a:lvl6pPr>
            <a:lvl7pPr algn="l">
              <a:defRPr sz="1350" b="1">
                <a:solidFill>
                  <a:srgbClr val="142A43"/>
                </a:solidFill>
              </a:defRPr>
            </a:lvl7pPr>
            <a:lvl8pPr algn="l">
              <a:defRPr sz="1350" b="1">
                <a:solidFill>
                  <a:srgbClr val="142A43"/>
                </a:solidFill>
              </a:defRPr>
            </a:lvl8pPr>
            <a:lvl9pPr algn="l">
              <a:defRPr sz="1350" b="1">
                <a:solidFill>
                  <a:srgbClr val="142A43"/>
                </a:solidFill>
              </a:defRPr>
            </a:lvl9pPr>
          </a:lstStyle>
          <a:p>
            <a:pPr algn="l">
              <a:defRPr sz="1350" b="1">
                <a:solidFill>
                  <a:srgbClr val="142A43"/>
                </a:solidFill>
              </a:defRPr>
            </a:pPr>
            <a:r>
              <a:rPr sz="2000" b="1">
                <a:solidFill>
                  <a:srgbClr val="142A43"/>
                </a:solidFill>
              </a:rPr>
              <a:t>Triton Primer Lab</a:t>
            </a:r>
          </a:p>
        </p:txBody>
      </p:sp>
      <p:sp>
        <p:nvSpPr>
          <p:cNvPr id="25" name="矩形 24">
            <a:extLst>
              <a:ext uri="{FF2B5EF4-FFF2-40B4-BE49-F238E27FC236}">
                <a16:creationId xmlns:a16="http://schemas.microsoft.com/office/drawing/2014/main" id="{39ABC8E2-2ED1-42DE-A61D-B66CF3FA7900}"/>
              </a:ext>
            </a:extLst>
          </p:cNvPr>
          <p:cNvSpPr>
            <a:spLocks noGrp="1"/>
          </p:cNvSpPr>
          <p:nvPr/>
        </p:nvSpPr>
        <p:spPr>
          <a:xfrm>
            <a:off x="19050" y="4324350"/>
            <a:ext cx="2667000" cy="9525"/>
          </a:xfrm>
          <a:prstGeom prst="rect">
            <a:avLst/>
          </a:prstGeom>
          <a:solidFill>
            <a:srgbClr val="D6DEE7"/>
          </a:solidFill>
          <a:ln w="0">
            <a:noFill/>
            <a:prstDash val="solid"/>
          </a:ln>
        </p:spPr>
      </p:sp>
      <p:sp>
        <p:nvSpPr>
          <p:cNvPr id="26" name="矩形 25">
            <a:extLst>
              <a:ext uri="{FF2B5EF4-FFF2-40B4-BE49-F238E27FC236}">
                <a16:creationId xmlns:a16="http://schemas.microsoft.com/office/drawing/2014/main" id="{0758EBB3-256B-4458-95F9-31A712A85C6D}"/>
              </a:ext>
            </a:extLst>
          </p:cNvPr>
          <p:cNvSpPr>
            <a:spLocks noGrp="1"/>
          </p:cNvSpPr>
          <p:nvPr/>
        </p:nvSpPr>
        <p:spPr>
          <a:xfrm>
            <a:off x="19050" y="4429125"/>
            <a:ext cx="742950" cy="209550"/>
          </a:xfrm>
          <a:prstGeom prst="rect">
            <a:avLst/>
          </a:prstGeom>
          <a:noFill/>
          <a:ln w="0">
            <a:noFill/>
            <a:prstDash val="solid"/>
          </a:ln>
        </p:spPr>
        <p:txBody>
          <a:bodyPr anchor="ctr"/>
          <a:lstStyle>
            <a:defPPr algn="l">
              <a:defRPr sz="900" b="1">
                <a:solidFill>
                  <a:srgbClr val="D2A450"/>
                </a:solidFill>
              </a:defRPr>
            </a:defPPr>
            <a:lvl1pPr algn="l">
              <a:defRPr sz="900" b="1">
                <a:solidFill>
                  <a:srgbClr val="D2A450"/>
                </a:solidFill>
              </a:defRPr>
            </a:lvl1pPr>
            <a:lvl2pPr algn="l">
              <a:defRPr sz="900" b="1">
                <a:solidFill>
                  <a:srgbClr val="D2A450"/>
                </a:solidFill>
              </a:defRPr>
            </a:lvl2pPr>
            <a:lvl3pPr algn="l">
              <a:defRPr sz="900" b="1">
                <a:solidFill>
                  <a:srgbClr val="D2A450"/>
                </a:solidFill>
              </a:defRPr>
            </a:lvl3pPr>
            <a:lvl4pPr algn="l">
              <a:defRPr sz="900" b="1">
                <a:solidFill>
                  <a:srgbClr val="D2A450"/>
                </a:solidFill>
              </a:defRPr>
            </a:lvl4pPr>
            <a:lvl5pPr algn="l">
              <a:defRPr sz="900" b="1">
                <a:solidFill>
                  <a:srgbClr val="D2A450"/>
                </a:solidFill>
              </a:defRPr>
            </a:lvl5pPr>
            <a:lvl6pPr algn="l">
              <a:defRPr sz="900" b="1">
                <a:solidFill>
                  <a:srgbClr val="D2A450"/>
                </a:solidFill>
              </a:defRPr>
            </a:lvl6pPr>
            <a:lvl7pPr algn="l">
              <a:defRPr sz="900" b="1">
                <a:solidFill>
                  <a:srgbClr val="D2A450"/>
                </a:solidFill>
              </a:defRPr>
            </a:lvl7pPr>
            <a:lvl8pPr algn="l">
              <a:defRPr sz="900" b="1">
                <a:solidFill>
                  <a:srgbClr val="D2A450"/>
                </a:solidFill>
              </a:defRPr>
            </a:lvl8pPr>
            <a:lvl9pPr algn="l">
              <a:defRPr sz="900" b="1">
                <a:solidFill>
                  <a:srgbClr val="D2A450"/>
                </a:solidFill>
              </a:defRPr>
            </a:lvl9pPr>
          </a:lstStyle>
          <a:p>
            <a:pPr algn="l">
              <a:defRPr sz="900" b="1">
                <a:solidFill>
                  <a:srgbClr val="D2A450"/>
                </a:solidFill>
              </a:defRPr>
            </a:pPr>
            <a:r>
              <a:rPr sz="1200" b="1">
                <a:solidFill>
                  <a:srgbClr val="D2A450"/>
                </a:solidFill>
              </a:rPr>
              <a:t>OCT 14</a:t>
            </a:r>
          </a:p>
        </p:txBody>
      </p:sp>
      <p:sp>
        <p:nvSpPr>
          <p:cNvPr id="27" name="矩形 26">
            <a:extLst>
              <a:ext uri="{FF2B5EF4-FFF2-40B4-BE49-F238E27FC236}">
                <a16:creationId xmlns:a16="http://schemas.microsoft.com/office/drawing/2014/main" id="{4CE42438-08B0-4D23-90C0-9719A7643094}"/>
              </a:ext>
            </a:extLst>
          </p:cNvPr>
          <p:cNvSpPr>
            <a:spLocks noGrp="1"/>
          </p:cNvSpPr>
          <p:nvPr/>
        </p:nvSpPr>
        <p:spPr>
          <a:xfrm>
            <a:off x="19050" y="4629150"/>
            <a:ext cx="2762250" cy="323850"/>
          </a:xfrm>
          <a:prstGeom prst="rect">
            <a:avLst/>
          </a:prstGeom>
          <a:noFill/>
          <a:ln w="0">
            <a:noFill/>
            <a:prstDash val="solid"/>
          </a:ln>
        </p:spPr>
        <p:txBody>
          <a:bodyPr anchor="ctr"/>
          <a:lstStyle>
            <a:defPPr algn="l">
              <a:defRPr sz="1350" b="1">
                <a:solidFill>
                  <a:srgbClr val="142A43"/>
                </a:solidFill>
              </a:defRPr>
            </a:defPPr>
            <a:lvl1pPr algn="l">
              <a:defRPr sz="1350" b="1">
                <a:solidFill>
                  <a:srgbClr val="142A43"/>
                </a:solidFill>
              </a:defRPr>
            </a:lvl1pPr>
            <a:lvl2pPr algn="l">
              <a:defRPr sz="1350" b="1">
                <a:solidFill>
                  <a:srgbClr val="142A43"/>
                </a:solidFill>
              </a:defRPr>
            </a:lvl2pPr>
            <a:lvl3pPr algn="l">
              <a:defRPr sz="1350" b="1">
                <a:solidFill>
                  <a:srgbClr val="142A43"/>
                </a:solidFill>
              </a:defRPr>
            </a:lvl3pPr>
            <a:lvl4pPr algn="l">
              <a:defRPr sz="1350" b="1">
                <a:solidFill>
                  <a:srgbClr val="142A43"/>
                </a:solidFill>
              </a:defRPr>
            </a:lvl4pPr>
            <a:lvl5pPr algn="l">
              <a:defRPr sz="1350" b="1">
                <a:solidFill>
                  <a:srgbClr val="142A43"/>
                </a:solidFill>
              </a:defRPr>
            </a:lvl5pPr>
            <a:lvl6pPr algn="l">
              <a:defRPr sz="1350" b="1">
                <a:solidFill>
                  <a:srgbClr val="142A43"/>
                </a:solidFill>
              </a:defRPr>
            </a:lvl6pPr>
            <a:lvl7pPr algn="l">
              <a:defRPr sz="1350" b="1">
                <a:solidFill>
                  <a:srgbClr val="142A43"/>
                </a:solidFill>
              </a:defRPr>
            </a:lvl7pPr>
            <a:lvl8pPr algn="l">
              <a:defRPr sz="1350" b="1">
                <a:solidFill>
                  <a:srgbClr val="142A43"/>
                </a:solidFill>
              </a:defRPr>
            </a:lvl8pPr>
            <a:lvl9pPr algn="l">
              <a:defRPr sz="1350" b="1">
                <a:solidFill>
                  <a:srgbClr val="142A43"/>
                </a:solidFill>
              </a:defRPr>
            </a:lvl9pPr>
          </a:lstStyle>
          <a:p>
            <a:pPr algn="l">
              <a:defRPr sz="1350" b="1">
                <a:solidFill>
                  <a:srgbClr val="142A43"/>
                </a:solidFill>
              </a:defRPr>
            </a:pPr>
            <a:r>
              <a:rPr sz="2000" b="1">
                <a:solidFill>
                  <a:srgbClr val="142A43"/>
                </a:solidFill>
              </a:rPr>
              <a:t>Edge Device Labs</a:t>
            </a:r>
          </a:p>
        </p:txBody>
      </p:sp>
      <p:sp>
        <p:nvSpPr>
          <p:cNvPr id="28" name="矩形 27">
            <a:extLst>
              <a:ext uri="{FF2B5EF4-FFF2-40B4-BE49-F238E27FC236}">
                <a16:creationId xmlns:a16="http://schemas.microsoft.com/office/drawing/2014/main" id="{1A2C760C-DD0B-41F7-B0F6-6DE90578C14E}"/>
              </a:ext>
            </a:extLst>
          </p:cNvPr>
          <p:cNvSpPr>
            <a:spLocks noGrp="1"/>
          </p:cNvSpPr>
          <p:nvPr/>
        </p:nvSpPr>
        <p:spPr>
          <a:xfrm>
            <a:off x="19050" y="5019675"/>
            <a:ext cx="2667000" cy="9525"/>
          </a:xfrm>
          <a:prstGeom prst="rect">
            <a:avLst/>
          </a:prstGeom>
          <a:solidFill>
            <a:srgbClr val="D6DEE7"/>
          </a:solidFill>
          <a:ln w="0">
            <a:noFill/>
            <a:prstDash val="solid"/>
          </a:ln>
        </p:spPr>
      </p:sp>
      <p:sp>
        <p:nvSpPr>
          <p:cNvPr id="29" name="矩形 28">
            <a:extLst>
              <a:ext uri="{FF2B5EF4-FFF2-40B4-BE49-F238E27FC236}">
                <a16:creationId xmlns:a16="http://schemas.microsoft.com/office/drawing/2014/main" id="{E6F1415B-D622-49AD-9007-0F939A065388}"/>
              </a:ext>
            </a:extLst>
          </p:cNvPr>
          <p:cNvSpPr>
            <a:spLocks noGrp="1"/>
          </p:cNvSpPr>
          <p:nvPr/>
        </p:nvSpPr>
        <p:spPr>
          <a:xfrm>
            <a:off x="19050" y="5124450"/>
            <a:ext cx="742950" cy="209550"/>
          </a:xfrm>
          <a:prstGeom prst="rect">
            <a:avLst/>
          </a:prstGeom>
          <a:noFill/>
          <a:ln w="0">
            <a:noFill/>
            <a:prstDash val="solid"/>
          </a:ln>
        </p:spPr>
        <p:txBody>
          <a:bodyPr anchor="ctr"/>
          <a:lstStyle>
            <a:defPPr algn="l">
              <a:defRPr sz="900" b="1">
                <a:solidFill>
                  <a:srgbClr val="D2A450"/>
                </a:solidFill>
              </a:defRPr>
            </a:defPPr>
            <a:lvl1pPr algn="l">
              <a:defRPr sz="900" b="1">
                <a:solidFill>
                  <a:srgbClr val="D2A450"/>
                </a:solidFill>
              </a:defRPr>
            </a:lvl1pPr>
            <a:lvl2pPr algn="l">
              <a:defRPr sz="900" b="1">
                <a:solidFill>
                  <a:srgbClr val="D2A450"/>
                </a:solidFill>
              </a:defRPr>
            </a:lvl2pPr>
            <a:lvl3pPr algn="l">
              <a:defRPr sz="900" b="1">
                <a:solidFill>
                  <a:srgbClr val="D2A450"/>
                </a:solidFill>
              </a:defRPr>
            </a:lvl3pPr>
            <a:lvl4pPr algn="l">
              <a:defRPr sz="900" b="1">
                <a:solidFill>
                  <a:srgbClr val="D2A450"/>
                </a:solidFill>
              </a:defRPr>
            </a:lvl4pPr>
            <a:lvl5pPr algn="l">
              <a:defRPr sz="900" b="1">
                <a:solidFill>
                  <a:srgbClr val="D2A450"/>
                </a:solidFill>
              </a:defRPr>
            </a:lvl5pPr>
            <a:lvl6pPr algn="l">
              <a:defRPr sz="900" b="1">
                <a:solidFill>
                  <a:srgbClr val="D2A450"/>
                </a:solidFill>
              </a:defRPr>
            </a:lvl6pPr>
            <a:lvl7pPr algn="l">
              <a:defRPr sz="900" b="1">
                <a:solidFill>
                  <a:srgbClr val="D2A450"/>
                </a:solidFill>
              </a:defRPr>
            </a:lvl7pPr>
            <a:lvl8pPr algn="l">
              <a:defRPr sz="900" b="1">
                <a:solidFill>
                  <a:srgbClr val="D2A450"/>
                </a:solidFill>
              </a:defRPr>
            </a:lvl8pPr>
            <a:lvl9pPr algn="l">
              <a:defRPr sz="900" b="1">
                <a:solidFill>
                  <a:srgbClr val="D2A450"/>
                </a:solidFill>
              </a:defRPr>
            </a:lvl9pPr>
          </a:lstStyle>
          <a:p>
            <a:pPr algn="l">
              <a:defRPr sz="900" b="1">
                <a:solidFill>
                  <a:srgbClr val="D2A450"/>
                </a:solidFill>
              </a:defRPr>
            </a:pPr>
            <a:r>
              <a:rPr sz="1200" b="1">
                <a:solidFill>
                  <a:srgbClr val="D2A450"/>
                </a:solidFill>
              </a:rPr>
              <a:t>OCT 15</a:t>
            </a:r>
          </a:p>
        </p:txBody>
      </p:sp>
      <p:sp>
        <p:nvSpPr>
          <p:cNvPr id="30" name="矩形 29">
            <a:extLst>
              <a:ext uri="{FF2B5EF4-FFF2-40B4-BE49-F238E27FC236}">
                <a16:creationId xmlns:a16="http://schemas.microsoft.com/office/drawing/2014/main" id="{9E6D98B4-264F-4111-B351-EA8D989A5FE5}"/>
              </a:ext>
            </a:extLst>
          </p:cNvPr>
          <p:cNvSpPr>
            <a:spLocks noGrp="1"/>
          </p:cNvSpPr>
          <p:nvPr/>
        </p:nvSpPr>
        <p:spPr>
          <a:xfrm>
            <a:off x="0" y="5324475"/>
            <a:ext cx="3402380" cy="390525"/>
          </a:xfrm>
          <a:prstGeom prst="rect">
            <a:avLst/>
          </a:prstGeom>
          <a:noFill/>
          <a:ln w="0">
            <a:noFill/>
            <a:prstDash val="solid"/>
          </a:ln>
        </p:spPr>
        <p:txBody>
          <a:bodyPr anchor="ctr"/>
          <a:lstStyle>
            <a:defPPr algn="l">
              <a:defRPr sz="1350" b="1">
                <a:solidFill>
                  <a:srgbClr val="142A43"/>
                </a:solidFill>
              </a:defRPr>
            </a:defPPr>
            <a:lvl1pPr algn="l">
              <a:defRPr sz="1350" b="1">
                <a:solidFill>
                  <a:srgbClr val="142A43"/>
                </a:solidFill>
              </a:defRPr>
            </a:lvl1pPr>
            <a:lvl2pPr algn="l">
              <a:defRPr sz="1350" b="1">
                <a:solidFill>
                  <a:srgbClr val="142A43"/>
                </a:solidFill>
              </a:defRPr>
            </a:lvl2pPr>
            <a:lvl3pPr algn="l">
              <a:defRPr sz="1350" b="1">
                <a:solidFill>
                  <a:srgbClr val="142A43"/>
                </a:solidFill>
              </a:defRPr>
            </a:lvl3pPr>
            <a:lvl4pPr algn="l">
              <a:defRPr sz="1350" b="1">
                <a:solidFill>
                  <a:srgbClr val="142A43"/>
                </a:solidFill>
              </a:defRPr>
            </a:lvl4pPr>
            <a:lvl5pPr algn="l">
              <a:defRPr sz="1350" b="1">
                <a:solidFill>
                  <a:srgbClr val="142A43"/>
                </a:solidFill>
              </a:defRPr>
            </a:lvl5pPr>
            <a:lvl6pPr algn="l">
              <a:defRPr sz="1350" b="1">
                <a:solidFill>
                  <a:srgbClr val="142A43"/>
                </a:solidFill>
              </a:defRPr>
            </a:lvl6pPr>
            <a:lvl7pPr algn="l">
              <a:defRPr sz="1350" b="1">
                <a:solidFill>
                  <a:srgbClr val="142A43"/>
                </a:solidFill>
              </a:defRPr>
            </a:lvl7pPr>
            <a:lvl8pPr algn="l">
              <a:defRPr sz="1350" b="1">
                <a:solidFill>
                  <a:srgbClr val="142A43"/>
                </a:solidFill>
              </a:defRPr>
            </a:lvl8pPr>
            <a:lvl9pPr algn="l">
              <a:defRPr sz="1350" b="1">
                <a:solidFill>
                  <a:srgbClr val="142A43"/>
                </a:solidFill>
              </a:defRPr>
            </a:lvl9pPr>
          </a:lstStyle>
          <a:p>
            <a:pPr algn="l">
              <a:defRPr sz="1350" b="1">
                <a:solidFill>
                  <a:srgbClr val="142A43"/>
                </a:solidFill>
              </a:defRPr>
            </a:pPr>
            <a:r>
              <a:rPr sz="2000" b="1" dirty="0">
                <a:solidFill>
                  <a:srgbClr val="142A43"/>
                </a:solidFill>
              </a:rPr>
              <a:t>Fused </a:t>
            </a:r>
            <a:r>
              <a:rPr lang="en-US" sz="2000" b="1" dirty="0">
                <a:solidFill>
                  <a:srgbClr val="142A43"/>
                </a:solidFill>
              </a:rPr>
              <a:t>kernel </a:t>
            </a:r>
            <a:r>
              <a:rPr sz="2000" b="1" dirty="0">
                <a:solidFill>
                  <a:srgbClr val="142A43"/>
                </a:solidFill>
              </a:rPr>
              <a:t>Lab</a:t>
            </a:r>
          </a:p>
        </p:txBody>
      </p:sp>
      <p:sp>
        <p:nvSpPr>
          <p:cNvPr id="31" name="矩形 30">
            <a:extLst>
              <a:ext uri="{FF2B5EF4-FFF2-40B4-BE49-F238E27FC236}">
                <a16:creationId xmlns:a16="http://schemas.microsoft.com/office/drawing/2014/main" id="{AD9C7F40-8772-4046-9FCE-A4D7CB61AE3F}"/>
              </a:ext>
            </a:extLst>
          </p:cNvPr>
          <p:cNvSpPr>
            <a:spLocks noGrp="1"/>
          </p:cNvSpPr>
          <p:nvPr/>
        </p:nvSpPr>
        <p:spPr>
          <a:xfrm>
            <a:off x="19050" y="5715000"/>
            <a:ext cx="2667000" cy="9525"/>
          </a:xfrm>
          <a:prstGeom prst="rect">
            <a:avLst/>
          </a:prstGeom>
          <a:solidFill>
            <a:srgbClr val="D6DEE7"/>
          </a:solidFill>
          <a:ln w="0">
            <a:noFill/>
            <a:prstDash val="solid"/>
          </a:ln>
        </p:spPr>
      </p:sp>
      <p:sp>
        <p:nvSpPr>
          <p:cNvPr id="32" name="矩形 31">
            <a:extLst>
              <a:ext uri="{FF2B5EF4-FFF2-40B4-BE49-F238E27FC236}">
                <a16:creationId xmlns:a16="http://schemas.microsoft.com/office/drawing/2014/main" id="{418F1086-97B7-484F-8473-F46C964F243F}"/>
              </a:ext>
            </a:extLst>
          </p:cNvPr>
          <p:cNvSpPr>
            <a:spLocks noGrp="1"/>
          </p:cNvSpPr>
          <p:nvPr/>
        </p:nvSpPr>
        <p:spPr>
          <a:xfrm>
            <a:off x="3133725" y="3038475"/>
            <a:ext cx="742950" cy="209550"/>
          </a:xfrm>
          <a:prstGeom prst="rect">
            <a:avLst/>
          </a:prstGeom>
          <a:noFill/>
          <a:ln w="0">
            <a:noFill/>
            <a:prstDash val="solid"/>
          </a:ln>
        </p:spPr>
        <p:txBody>
          <a:bodyPr anchor="ctr"/>
          <a:lstStyle>
            <a:defPPr algn="l">
              <a:defRPr sz="900" b="1">
                <a:solidFill>
                  <a:srgbClr val="D2A450"/>
                </a:solidFill>
              </a:defRPr>
            </a:defPPr>
            <a:lvl1pPr algn="l">
              <a:defRPr sz="900" b="1">
                <a:solidFill>
                  <a:srgbClr val="D2A450"/>
                </a:solidFill>
              </a:defRPr>
            </a:lvl1pPr>
            <a:lvl2pPr algn="l">
              <a:defRPr sz="900" b="1">
                <a:solidFill>
                  <a:srgbClr val="D2A450"/>
                </a:solidFill>
              </a:defRPr>
            </a:lvl2pPr>
            <a:lvl3pPr algn="l">
              <a:defRPr sz="900" b="1">
                <a:solidFill>
                  <a:srgbClr val="D2A450"/>
                </a:solidFill>
              </a:defRPr>
            </a:lvl3pPr>
            <a:lvl4pPr algn="l">
              <a:defRPr sz="900" b="1">
                <a:solidFill>
                  <a:srgbClr val="D2A450"/>
                </a:solidFill>
              </a:defRPr>
            </a:lvl4pPr>
            <a:lvl5pPr algn="l">
              <a:defRPr sz="900" b="1">
                <a:solidFill>
                  <a:srgbClr val="D2A450"/>
                </a:solidFill>
              </a:defRPr>
            </a:lvl5pPr>
            <a:lvl6pPr algn="l">
              <a:defRPr sz="900" b="1">
                <a:solidFill>
                  <a:srgbClr val="D2A450"/>
                </a:solidFill>
              </a:defRPr>
            </a:lvl6pPr>
            <a:lvl7pPr algn="l">
              <a:defRPr sz="900" b="1">
                <a:solidFill>
                  <a:srgbClr val="D2A450"/>
                </a:solidFill>
              </a:defRPr>
            </a:lvl7pPr>
            <a:lvl8pPr algn="l">
              <a:defRPr sz="900" b="1">
                <a:solidFill>
                  <a:srgbClr val="D2A450"/>
                </a:solidFill>
              </a:defRPr>
            </a:lvl8pPr>
            <a:lvl9pPr algn="l">
              <a:defRPr sz="900" b="1">
                <a:solidFill>
                  <a:srgbClr val="D2A450"/>
                </a:solidFill>
              </a:defRPr>
            </a:lvl9pPr>
          </a:lstStyle>
          <a:p>
            <a:pPr algn="l">
              <a:defRPr sz="900" b="1">
                <a:solidFill>
                  <a:srgbClr val="D2A450"/>
                </a:solidFill>
              </a:defRPr>
            </a:pPr>
            <a:r>
              <a:rPr sz="1200" b="1">
                <a:solidFill>
                  <a:srgbClr val="D2A450"/>
                </a:solidFill>
              </a:rPr>
              <a:t>OCT 19</a:t>
            </a:r>
          </a:p>
        </p:txBody>
      </p:sp>
      <p:sp>
        <p:nvSpPr>
          <p:cNvPr id="33" name="矩形 32">
            <a:extLst>
              <a:ext uri="{FF2B5EF4-FFF2-40B4-BE49-F238E27FC236}">
                <a16:creationId xmlns:a16="http://schemas.microsoft.com/office/drawing/2014/main" id="{6D763D4B-2F29-49B1-858E-567E20800B80}"/>
              </a:ext>
            </a:extLst>
          </p:cNvPr>
          <p:cNvSpPr>
            <a:spLocks noGrp="1"/>
          </p:cNvSpPr>
          <p:nvPr/>
        </p:nvSpPr>
        <p:spPr>
          <a:xfrm>
            <a:off x="3133725" y="3238500"/>
            <a:ext cx="2762250" cy="323850"/>
          </a:xfrm>
          <a:prstGeom prst="rect">
            <a:avLst/>
          </a:prstGeom>
          <a:noFill/>
          <a:ln w="0">
            <a:noFill/>
            <a:prstDash val="solid"/>
          </a:ln>
        </p:spPr>
        <p:txBody>
          <a:bodyPr anchor="ctr"/>
          <a:lstStyle>
            <a:defPPr algn="l">
              <a:defRPr sz="1350" b="1">
                <a:solidFill>
                  <a:srgbClr val="142A43"/>
                </a:solidFill>
              </a:defRPr>
            </a:defPPr>
            <a:lvl1pPr algn="l">
              <a:defRPr sz="1350" b="1">
                <a:solidFill>
                  <a:srgbClr val="142A43"/>
                </a:solidFill>
              </a:defRPr>
            </a:lvl1pPr>
            <a:lvl2pPr algn="l">
              <a:defRPr sz="1350" b="1">
                <a:solidFill>
                  <a:srgbClr val="142A43"/>
                </a:solidFill>
              </a:defRPr>
            </a:lvl2pPr>
            <a:lvl3pPr algn="l">
              <a:defRPr sz="1350" b="1">
                <a:solidFill>
                  <a:srgbClr val="142A43"/>
                </a:solidFill>
              </a:defRPr>
            </a:lvl3pPr>
            <a:lvl4pPr algn="l">
              <a:defRPr sz="1350" b="1">
                <a:solidFill>
                  <a:srgbClr val="142A43"/>
                </a:solidFill>
              </a:defRPr>
            </a:lvl4pPr>
            <a:lvl5pPr algn="l">
              <a:defRPr sz="1350" b="1">
                <a:solidFill>
                  <a:srgbClr val="142A43"/>
                </a:solidFill>
              </a:defRPr>
            </a:lvl5pPr>
            <a:lvl6pPr algn="l">
              <a:defRPr sz="1350" b="1">
                <a:solidFill>
                  <a:srgbClr val="142A43"/>
                </a:solidFill>
              </a:defRPr>
            </a:lvl6pPr>
            <a:lvl7pPr algn="l">
              <a:defRPr sz="1350" b="1">
                <a:solidFill>
                  <a:srgbClr val="142A43"/>
                </a:solidFill>
              </a:defRPr>
            </a:lvl7pPr>
            <a:lvl8pPr algn="l">
              <a:defRPr sz="1350" b="1">
                <a:solidFill>
                  <a:srgbClr val="142A43"/>
                </a:solidFill>
              </a:defRPr>
            </a:lvl8pPr>
            <a:lvl9pPr algn="l">
              <a:defRPr sz="1350" b="1">
                <a:solidFill>
                  <a:srgbClr val="142A43"/>
                </a:solidFill>
              </a:defRPr>
            </a:lvl9pPr>
          </a:lstStyle>
          <a:p>
            <a:pPr algn="l">
              <a:defRPr sz="1350" b="1">
                <a:solidFill>
                  <a:srgbClr val="142A43"/>
                </a:solidFill>
              </a:defRPr>
            </a:pPr>
            <a:r>
              <a:rPr sz="2000" b="1">
                <a:solidFill>
                  <a:srgbClr val="142A43"/>
                </a:solidFill>
              </a:rPr>
              <a:t>KernelGen Lab</a:t>
            </a:r>
          </a:p>
        </p:txBody>
      </p:sp>
      <p:sp>
        <p:nvSpPr>
          <p:cNvPr id="34" name="矩形 33">
            <a:extLst>
              <a:ext uri="{FF2B5EF4-FFF2-40B4-BE49-F238E27FC236}">
                <a16:creationId xmlns:a16="http://schemas.microsoft.com/office/drawing/2014/main" id="{3332A927-A78B-4422-BB3A-CE8B3E286C4C}"/>
              </a:ext>
            </a:extLst>
          </p:cNvPr>
          <p:cNvSpPr>
            <a:spLocks noGrp="1"/>
          </p:cNvSpPr>
          <p:nvPr/>
        </p:nvSpPr>
        <p:spPr>
          <a:xfrm>
            <a:off x="3133725" y="3629025"/>
            <a:ext cx="2667000" cy="9525"/>
          </a:xfrm>
          <a:prstGeom prst="rect">
            <a:avLst/>
          </a:prstGeom>
          <a:solidFill>
            <a:srgbClr val="D6DEE7"/>
          </a:solidFill>
          <a:ln w="0">
            <a:noFill/>
            <a:prstDash val="solid"/>
          </a:ln>
        </p:spPr>
      </p:sp>
      <p:sp>
        <p:nvSpPr>
          <p:cNvPr id="35" name="矩形 34">
            <a:extLst>
              <a:ext uri="{FF2B5EF4-FFF2-40B4-BE49-F238E27FC236}">
                <a16:creationId xmlns:a16="http://schemas.microsoft.com/office/drawing/2014/main" id="{0E93FF65-C347-4829-ACD9-8166FBA20707}"/>
              </a:ext>
            </a:extLst>
          </p:cNvPr>
          <p:cNvSpPr>
            <a:spLocks noGrp="1"/>
          </p:cNvSpPr>
          <p:nvPr/>
        </p:nvSpPr>
        <p:spPr>
          <a:xfrm>
            <a:off x="3133725" y="3733800"/>
            <a:ext cx="742950" cy="209550"/>
          </a:xfrm>
          <a:prstGeom prst="rect">
            <a:avLst/>
          </a:prstGeom>
          <a:noFill/>
          <a:ln w="0">
            <a:noFill/>
            <a:prstDash val="solid"/>
          </a:ln>
        </p:spPr>
        <p:txBody>
          <a:bodyPr anchor="ctr"/>
          <a:lstStyle>
            <a:defPPr algn="l">
              <a:defRPr sz="900" b="1">
                <a:solidFill>
                  <a:srgbClr val="D2A450"/>
                </a:solidFill>
              </a:defRPr>
            </a:defPPr>
            <a:lvl1pPr algn="l">
              <a:defRPr sz="900" b="1">
                <a:solidFill>
                  <a:srgbClr val="D2A450"/>
                </a:solidFill>
              </a:defRPr>
            </a:lvl1pPr>
            <a:lvl2pPr algn="l">
              <a:defRPr sz="900" b="1">
                <a:solidFill>
                  <a:srgbClr val="D2A450"/>
                </a:solidFill>
              </a:defRPr>
            </a:lvl2pPr>
            <a:lvl3pPr algn="l">
              <a:defRPr sz="900" b="1">
                <a:solidFill>
                  <a:srgbClr val="D2A450"/>
                </a:solidFill>
              </a:defRPr>
            </a:lvl3pPr>
            <a:lvl4pPr algn="l">
              <a:defRPr sz="900" b="1">
                <a:solidFill>
                  <a:srgbClr val="D2A450"/>
                </a:solidFill>
              </a:defRPr>
            </a:lvl4pPr>
            <a:lvl5pPr algn="l">
              <a:defRPr sz="900" b="1">
                <a:solidFill>
                  <a:srgbClr val="D2A450"/>
                </a:solidFill>
              </a:defRPr>
            </a:lvl5pPr>
            <a:lvl6pPr algn="l">
              <a:defRPr sz="900" b="1">
                <a:solidFill>
                  <a:srgbClr val="D2A450"/>
                </a:solidFill>
              </a:defRPr>
            </a:lvl6pPr>
            <a:lvl7pPr algn="l">
              <a:defRPr sz="900" b="1">
                <a:solidFill>
                  <a:srgbClr val="D2A450"/>
                </a:solidFill>
              </a:defRPr>
            </a:lvl7pPr>
            <a:lvl8pPr algn="l">
              <a:defRPr sz="900" b="1">
                <a:solidFill>
                  <a:srgbClr val="D2A450"/>
                </a:solidFill>
              </a:defRPr>
            </a:lvl8pPr>
            <a:lvl9pPr algn="l">
              <a:defRPr sz="900" b="1">
                <a:solidFill>
                  <a:srgbClr val="D2A450"/>
                </a:solidFill>
              </a:defRPr>
            </a:lvl9pPr>
          </a:lstStyle>
          <a:p>
            <a:pPr algn="l">
              <a:defRPr sz="900" b="1">
                <a:solidFill>
                  <a:srgbClr val="D2A450"/>
                </a:solidFill>
              </a:defRPr>
            </a:pPr>
            <a:r>
              <a:rPr sz="1200" b="1">
                <a:solidFill>
                  <a:srgbClr val="D2A450"/>
                </a:solidFill>
              </a:rPr>
              <a:t>OCT 20</a:t>
            </a:r>
          </a:p>
        </p:txBody>
      </p:sp>
      <p:sp>
        <p:nvSpPr>
          <p:cNvPr id="36" name="矩形 35">
            <a:extLst>
              <a:ext uri="{FF2B5EF4-FFF2-40B4-BE49-F238E27FC236}">
                <a16:creationId xmlns:a16="http://schemas.microsoft.com/office/drawing/2014/main" id="{C10B7BE5-37D8-4336-9808-6FA04F9DD333}"/>
              </a:ext>
            </a:extLst>
          </p:cNvPr>
          <p:cNvSpPr>
            <a:spLocks noGrp="1"/>
          </p:cNvSpPr>
          <p:nvPr/>
        </p:nvSpPr>
        <p:spPr>
          <a:xfrm>
            <a:off x="3133725" y="3933825"/>
            <a:ext cx="2762250" cy="323850"/>
          </a:xfrm>
          <a:prstGeom prst="rect">
            <a:avLst/>
          </a:prstGeom>
          <a:noFill/>
          <a:ln w="0">
            <a:noFill/>
            <a:prstDash val="solid"/>
          </a:ln>
        </p:spPr>
        <p:txBody>
          <a:bodyPr anchor="ctr"/>
          <a:lstStyle>
            <a:defPPr algn="l">
              <a:defRPr sz="1350" b="1">
                <a:solidFill>
                  <a:srgbClr val="142A43"/>
                </a:solidFill>
              </a:defRPr>
            </a:defPPr>
            <a:lvl1pPr algn="l">
              <a:defRPr sz="1350" b="1">
                <a:solidFill>
                  <a:srgbClr val="142A43"/>
                </a:solidFill>
              </a:defRPr>
            </a:lvl1pPr>
            <a:lvl2pPr algn="l">
              <a:defRPr sz="1350" b="1">
                <a:solidFill>
                  <a:srgbClr val="142A43"/>
                </a:solidFill>
              </a:defRPr>
            </a:lvl2pPr>
            <a:lvl3pPr algn="l">
              <a:defRPr sz="1350" b="1">
                <a:solidFill>
                  <a:srgbClr val="142A43"/>
                </a:solidFill>
              </a:defRPr>
            </a:lvl3pPr>
            <a:lvl4pPr algn="l">
              <a:defRPr sz="1350" b="1">
                <a:solidFill>
                  <a:srgbClr val="142A43"/>
                </a:solidFill>
              </a:defRPr>
            </a:lvl4pPr>
            <a:lvl5pPr algn="l">
              <a:defRPr sz="1350" b="1">
                <a:solidFill>
                  <a:srgbClr val="142A43"/>
                </a:solidFill>
              </a:defRPr>
            </a:lvl5pPr>
            <a:lvl6pPr algn="l">
              <a:defRPr sz="1350" b="1">
                <a:solidFill>
                  <a:srgbClr val="142A43"/>
                </a:solidFill>
              </a:defRPr>
            </a:lvl6pPr>
            <a:lvl7pPr algn="l">
              <a:defRPr sz="1350" b="1">
                <a:solidFill>
                  <a:srgbClr val="142A43"/>
                </a:solidFill>
              </a:defRPr>
            </a:lvl7pPr>
            <a:lvl8pPr algn="l">
              <a:defRPr sz="1350" b="1">
                <a:solidFill>
                  <a:srgbClr val="142A43"/>
                </a:solidFill>
              </a:defRPr>
            </a:lvl8pPr>
            <a:lvl9pPr algn="l">
              <a:defRPr sz="1350" b="1">
                <a:solidFill>
                  <a:srgbClr val="142A43"/>
                </a:solidFill>
              </a:defRPr>
            </a:lvl9pPr>
          </a:lstStyle>
          <a:p>
            <a:pPr algn="l">
              <a:defRPr sz="1350" b="1">
                <a:solidFill>
                  <a:srgbClr val="142A43"/>
                </a:solidFill>
              </a:defRPr>
            </a:pPr>
            <a:r>
              <a:rPr sz="2000" b="1">
                <a:solidFill>
                  <a:srgbClr val="142A43"/>
                </a:solidFill>
              </a:rPr>
              <a:t>Profiler Demo Lab</a:t>
            </a:r>
          </a:p>
        </p:txBody>
      </p:sp>
      <p:sp>
        <p:nvSpPr>
          <p:cNvPr id="37" name="矩形 36">
            <a:extLst>
              <a:ext uri="{FF2B5EF4-FFF2-40B4-BE49-F238E27FC236}">
                <a16:creationId xmlns:a16="http://schemas.microsoft.com/office/drawing/2014/main" id="{1C0C9FA4-D907-449C-9230-2011ED52FF8C}"/>
              </a:ext>
            </a:extLst>
          </p:cNvPr>
          <p:cNvSpPr>
            <a:spLocks noGrp="1"/>
          </p:cNvSpPr>
          <p:nvPr/>
        </p:nvSpPr>
        <p:spPr>
          <a:xfrm>
            <a:off x="3133725" y="4324350"/>
            <a:ext cx="2667000" cy="9525"/>
          </a:xfrm>
          <a:prstGeom prst="rect">
            <a:avLst/>
          </a:prstGeom>
          <a:solidFill>
            <a:srgbClr val="D6DEE7"/>
          </a:solidFill>
          <a:ln w="0">
            <a:noFill/>
            <a:prstDash val="solid"/>
          </a:ln>
        </p:spPr>
      </p:sp>
      <p:sp>
        <p:nvSpPr>
          <p:cNvPr id="38" name="矩形 37">
            <a:extLst>
              <a:ext uri="{FF2B5EF4-FFF2-40B4-BE49-F238E27FC236}">
                <a16:creationId xmlns:a16="http://schemas.microsoft.com/office/drawing/2014/main" id="{857A51D6-90A8-468E-9894-A7C3C04ADACF}"/>
              </a:ext>
            </a:extLst>
          </p:cNvPr>
          <p:cNvSpPr>
            <a:spLocks noGrp="1"/>
          </p:cNvSpPr>
          <p:nvPr/>
        </p:nvSpPr>
        <p:spPr>
          <a:xfrm>
            <a:off x="3133725" y="4429125"/>
            <a:ext cx="742950" cy="209550"/>
          </a:xfrm>
          <a:prstGeom prst="rect">
            <a:avLst/>
          </a:prstGeom>
          <a:noFill/>
          <a:ln w="0">
            <a:noFill/>
            <a:prstDash val="solid"/>
          </a:ln>
        </p:spPr>
        <p:txBody>
          <a:bodyPr anchor="ctr"/>
          <a:lstStyle>
            <a:defPPr algn="l">
              <a:defRPr sz="900" b="1">
                <a:solidFill>
                  <a:srgbClr val="D2A450"/>
                </a:solidFill>
              </a:defRPr>
            </a:defPPr>
            <a:lvl1pPr algn="l">
              <a:defRPr sz="900" b="1">
                <a:solidFill>
                  <a:srgbClr val="D2A450"/>
                </a:solidFill>
              </a:defRPr>
            </a:lvl1pPr>
            <a:lvl2pPr algn="l">
              <a:defRPr sz="900" b="1">
                <a:solidFill>
                  <a:srgbClr val="D2A450"/>
                </a:solidFill>
              </a:defRPr>
            </a:lvl2pPr>
            <a:lvl3pPr algn="l">
              <a:defRPr sz="900" b="1">
                <a:solidFill>
                  <a:srgbClr val="D2A450"/>
                </a:solidFill>
              </a:defRPr>
            </a:lvl3pPr>
            <a:lvl4pPr algn="l">
              <a:defRPr sz="900" b="1">
                <a:solidFill>
                  <a:srgbClr val="D2A450"/>
                </a:solidFill>
              </a:defRPr>
            </a:lvl4pPr>
            <a:lvl5pPr algn="l">
              <a:defRPr sz="900" b="1">
                <a:solidFill>
                  <a:srgbClr val="D2A450"/>
                </a:solidFill>
              </a:defRPr>
            </a:lvl5pPr>
            <a:lvl6pPr algn="l">
              <a:defRPr sz="900" b="1">
                <a:solidFill>
                  <a:srgbClr val="D2A450"/>
                </a:solidFill>
              </a:defRPr>
            </a:lvl6pPr>
            <a:lvl7pPr algn="l">
              <a:defRPr sz="900" b="1">
                <a:solidFill>
                  <a:srgbClr val="D2A450"/>
                </a:solidFill>
              </a:defRPr>
            </a:lvl7pPr>
            <a:lvl8pPr algn="l">
              <a:defRPr sz="900" b="1">
                <a:solidFill>
                  <a:srgbClr val="D2A450"/>
                </a:solidFill>
              </a:defRPr>
            </a:lvl8pPr>
            <a:lvl9pPr algn="l">
              <a:defRPr sz="900" b="1">
                <a:solidFill>
                  <a:srgbClr val="D2A450"/>
                </a:solidFill>
              </a:defRPr>
            </a:lvl9pPr>
          </a:lstStyle>
          <a:p>
            <a:pPr algn="l">
              <a:defRPr sz="900" b="1">
                <a:solidFill>
                  <a:srgbClr val="D2A450"/>
                </a:solidFill>
              </a:defRPr>
            </a:pPr>
            <a:r>
              <a:rPr sz="1200" b="1">
                <a:solidFill>
                  <a:srgbClr val="D2A450"/>
                </a:solidFill>
              </a:rPr>
              <a:t>OCT 20</a:t>
            </a:r>
          </a:p>
        </p:txBody>
      </p:sp>
      <p:sp>
        <p:nvSpPr>
          <p:cNvPr id="39" name="矩形 38">
            <a:extLst>
              <a:ext uri="{FF2B5EF4-FFF2-40B4-BE49-F238E27FC236}">
                <a16:creationId xmlns:a16="http://schemas.microsoft.com/office/drawing/2014/main" id="{EE4D41BD-E693-4277-B09F-44757A92ED0B}"/>
              </a:ext>
            </a:extLst>
          </p:cNvPr>
          <p:cNvSpPr>
            <a:spLocks noGrp="1"/>
          </p:cNvSpPr>
          <p:nvPr/>
        </p:nvSpPr>
        <p:spPr>
          <a:xfrm>
            <a:off x="3133725" y="4629150"/>
            <a:ext cx="2762250" cy="323850"/>
          </a:xfrm>
          <a:prstGeom prst="rect">
            <a:avLst/>
          </a:prstGeom>
          <a:noFill/>
          <a:ln w="0">
            <a:noFill/>
            <a:prstDash val="solid"/>
          </a:ln>
        </p:spPr>
        <p:txBody>
          <a:bodyPr anchor="ctr"/>
          <a:lstStyle>
            <a:defPPr algn="l">
              <a:defRPr sz="1350" b="1">
                <a:solidFill>
                  <a:srgbClr val="142A43"/>
                </a:solidFill>
              </a:defRPr>
            </a:defPPr>
            <a:lvl1pPr algn="l">
              <a:defRPr sz="1350" b="1">
                <a:solidFill>
                  <a:srgbClr val="142A43"/>
                </a:solidFill>
              </a:defRPr>
            </a:lvl1pPr>
            <a:lvl2pPr algn="l">
              <a:defRPr sz="1350" b="1">
                <a:solidFill>
                  <a:srgbClr val="142A43"/>
                </a:solidFill>
              </a:defRPr>
            </a:lvl2pPr>
            <a:lvl3pPr algn="l">
              <a:defRPr sz="1350" b="1">
                <a:solidFill>
                  <a:srgbClr val="142A43"/>
                </a:solidFill>
              </a:defRPr>
            </a:lvl3pPr>
            <a:lvl4pPr algn="l">
              <a:defRPr sz="1350" b="1">
                <a:solidFill>
                  <a:srgbClr val="142A43"/>
                </a:solidFill>
              </a:defRPr>
            </a:lvl4pPr>
            <a:lvl5pPr algn="l">
              <a:defRPr sz="1350" b="1">
                <a:solidFill>
                  <a:srgbClr val="142A43"/>
                </a:solidFill>
              </a:defRPr>
            </a:lvl5pPr>
            <a:lvl6pPr algn="l">
              <a:defRPr sz="1350" b="1">
                <a:solidFill>
                  <a:srgbClr val="142A43"/>
                </a:solidFill>
              </a:defRPr>
            </a:lvl6pPr>
            <a:lvl7pPr algn="l">
              <a:defRPr sz="1350" b="1">
                <a:solidFill>
                  <a:srgbClr val="142A43"/>
                </a:solidFill>
              </a:defRPr>
            </a:lvl7pPr>
            <a:lvl8pPr algn="l">
              <a:defRPr sz="1350" b="1">
                <a:solidFill>
                  <a:srgbClr val="142A43"/>
                </a:solidFill>
              </a:defRPr>
            </a:lvl8pPr>
            <a:lvl9pPr algn="l">
              <a:defRPr sz="1350" b="1">
                <a:solidFill>
                  <a:srgbClr val="142A43"/>
                </a:solidFill>
              </a:defRPr>
            </a:lvl9pPr>
          </a:lstStyle>
          <a:p>
            <a:pPr algn="l">
              <a:defRPr sz="1350" b="1">
                <a:solidFill>
                  <a:srgbClr val="142A43"/>
                </a:solidFill>
              </a:defRPr>
            </a:pPr>
            <a:r>
              <a:rPr sz="2000" b="1">
                <a:solidFill>
                  <a:srgbClr val="142A43"/>
                </a:solidFill>
              </a:rPr>
              <a:t>AI Compiler Lab</a:t>
            </a:r>
          </a:p>
        </p:txBody>
      </p:sp>
      <p:sp>
        <p:nvSpPr>
          <p:cNvPr id="40" name="矩形 39">
            <a:extLst>
              <a:ext uri="{FF2B5EF4-FFF2-40B4-BE49-F238E27FC236}">
                <a16:creationId xmlns:a16="http://schemas.microsoft.com/office/drawing/2014/main" id="{AB4CAFF2-8339-4F92-9970-5582F5423749}"/>
              </a:ext>
            </a:extLst>
          </p:cNvPr>
          <p:cNvSpPr>
            <a:spLocks noGrp="1"/>
          </p:cNvSpPr>
          <p:nvPr/>
        </p:nvSpPr>
        <p:spPr>
          <a:xfrm>
            <a:off x="3133725" y="5019675"/>
            <a:ext cx="2667000" cy="9525"/>
          </a:xfrm>
          <a:prstGeom prst="rect">
            <a:avLst/>
          </a:prstGeom>
          <a:solidFill>
            <a:srgbClr val="D6DEE7"/>
          </a:solidFill>
          <a:ln w="0">
            <a:noFill/>
            <a:prstDash val="solid"/>
          </a:ln>
        </p:spPr>
      </p:sp>
      <p:sp>
        <p:nvSpPr>
          <p:cNvPr id="41" name="矩形 40">
            <a:extLst>
              <a:ext uri="{FF2B5EF4-FFF2-40B4-BE49-F238E27FC236}">
                <a16:creationId xmlns:a16="http://schemas.microsoft.com/office/drawing/2014/main" id="{D577C1F2-FD11-4B6E-A883-E6B92AD8449B}"/>
              </a:ext>
            </a:extLst>
          </p:cNvPr>
          <p:cNvSpPr>
            <a:spLocks noGrp="1"/>
          </p:cNvSpPr>
          <p:nvPr/>
        </p:nvSpPr>
        <p:spPr>
          <a:xfrm>
            <a:off x="3133725" y="5124450"/>
            <a:ext cx="742950" cy="209550"/>
          </a:xfrm>
          <a:prstGeom prst="rect">
            <a:avLst/>
          </a:prstGeom>
          <a:noFill/>
          <a:ln w="0">
            <a:noFill/>
            <a:prstDash val="solid"/>
          </a:ln>
        </p:spPr>
        <p:txBody>
          <a:bodyPr anchor="ctr"/>
          <a:lstStyle>
            <a:defPPr algn="l">
              <a:defRPr sz="900" b="1">
                <a:solidFill>
                  <a:srgbClr val="D2A450"/>
                </a:solidFill>
              </a:defRPr>
            </a:defPPr>
            <a:lvl1pPr algn="l">
              <a:defRPr sz="900" b="1">
                <a:solidFill>
                  <a:srgbClr val="D2A450"/>
                </a:solidFill>
              </a:defRPr>
            </a:lvl1pPr>
            <a:lvl2pPr algn="l">
              <a:defRPr sz="900" b="1">
                <a:solidFill>
                  <a:srgbClr val="D2A450"/>
                </a:solidFill>
              </a:defRPr>
            </a:lvl2pPr>
            <a:lvl3pPr algn="l">
              <a:defRPr sz="900" b="1">
                <a:solidFill>
                  <a:srgbClr val="D2A450"/>
                </a:solidFill>
              </a:defRPr>
            </a:lvl3pPr>
            <a:lvl4pPr algn="l">
              <a:defRPr sz="900" b="1">
                <a:solidFill>
                  <a:srgbClr val="D2A450"/>
                </a:solidFill>
              </a:defRPr>
            </a:lvl4pPr>
            <a:lvl5pPr algn="l">
              <a:defRPr sz="900" b="1">
                <a:solidFill>
                  <a:srgbClr val="D2A450"/>
                </a:solidFill>
              </a:defRPr>
            </a:lvl5pPr>
            <a:lvl6pPr algn="l">
              <a:defRPr sz="900" b="1">
                <a:solidFill>
                  <a:srgbClr val="D2A450"/>
                </a:solidFill>
              </a:defRPr>
            </a:lvl6pPr>
            <a:lvl7pPr algn="l">
              <a:defRPr sz="900" b="1">
                <a:solidFill>
                  <a:srgbClr val="D2A450"/>
                </a:solidFill>
              </a:defRPr>
            </a:lvl7pPr>
            <a:lvl8pPr algn="l">
              <a:defRPr sz="900" b="1">
                <a:solidFill>
                  <a:srgbClr val="D2A450"/>
                </a:solidFill>
              </a:defRPr>
            </a:lvl8pPr>
            <a:lvl9pPr algn="l">
              <a:defRPr sz="900" b="1">
                <a:solidFill>
                  <a:srgbClr val="D2A450"/>
                </a:solidFill>
              </a:defRPr>
            </a:lvl9pPr>
          </a:lstStyle>
          <a:p>
            <a:pPr algn="l">
              <a:defRPr sz="900" b="1">
                <a:solidFill>
                  <a:srgbClr val="D2A450"/>
                </a:solidFill>
              </a:defRPr>
            </a:pPr>
            <a:r>
              <a:rPr sz="1200" b="1">
                <a:solidFill>
                  <a:srgbClr val="D2A450"/>
                </a:solidFill>
              </a:rPr>
              <a:t>OCT 21</a:t>
            </a:r>
          </a:p>
        </p:txBody>
      </p:sp>
      <p:sp>
        <p:nvSpPr>
          <p:cNvPr id="42" name="矩形 41">
            <a:extLst>
              <a:ext uri="{FF2B5EF4-FFF2-40B4-BE49-F238E27FC236}">
                <a16:creationId xmlns:a16="http://schemas.microsoft.com/office/drawing/2014/main" id="{8FD75E3D-5595-42C4-B7EF-42E8A6A36EA3}"/>
              </a:ext>
            </a:extLst>
          </p:cNvPr>
          <p:cNvSpPr>
            <a:spLocks noGrp="1"/>
          </p:cNvSpPr>
          <p:nvPr/>
        </p:nvSpPr>
        <p:spPr>
          <a:xfrm>
            <a:off x="3133725" y="5324475"/>
            <a:ext cx="2933700" cy="314325"/>
          </a:xfrm>
          <a:prstGeom prst="rect">
            <a:avLst/>
          </a:prstGeom>
          <a:noFill/>
          <a:ln w="0">
            <a:noFill/>
            <a:prstDash val="solid"/>
          </a:ln>
        </p:spPr>
        <p:txBody>
          <a:bodyPr anchor="ctr"/>
          <a:lstStyle>
            <a:defPPr algn="l">
              <a:defRPr sz="1350" b="1">
                <a:solidFill>
                  <a:srgbClr val="142A43"/>
                </a:solidFill>
              </a:defRPr>
            </a:defPPr>
            <a:lvl1pPr algn="l">
              <a:defRPr sz="1350" b="1">
                <a:solidFill>
                  <a:srgbClr val="142A43"/>
                </a:solidFill>
              </a:defRPr>
            </a:lvl1pPr>
            <a:lvl2pPr algn="l">
              <a:defRPr sz="1350" b="1">
                <a:solidFill>
                  <a:srgbClr val="142A43"/>
                </a:solidFill>
              </a:defRPr>
            </a:lvl2pPr>
            <a:lvl3pPr algn="l">
              <a:defRPr sz="1350" b="1">
                <a:solidFill>
                  <a:srgbClr val="142A43"/>
                </a:solidFill>
              </a:defRPr>
            </a:lvl3pPr>
            <a:lvl4pPr algn="l">
              <a:defRPr sz="1350" b="1">
                <a:solidFill>
                  <a:srgbClr val="142A43"/>
                </a:solidFill>
              </a:defRPr>
            </a:lvl4pPr>
            <a:lvl5pPr algn="l">
              <a:defRPr sz="1350" b="1">
                <a:solidFill>
                  <a:srgbClr val="142A43"/>
                </a:solidFill>
              </a:defRPr>
            </a:lvl5pPr>
            <a:lvl6pPr algn="l">
              <a:defRPr sz="1350" b="1">
                <a:solidFill>
                  <a:srgbClr val="142A43"/>
                </a:solidFill>
              </a:defRPr>
            </a:lvl6pPr>
            <a:lvl7pPr algn="l">
              <a:defRPr sz="1350" b="1">
                <a:solidFill>
                  <a:srgbClr val="142A43"/>
                </a:solidFill>
              </a:defRPr>
            </a:lvl7pPr>
            <a:lvl8pPr algn="l">
              <a:defRPr sz="1350" b="1">
                <a:solidFill>
                  <a:srgbClr val="142A43"/>
                </a:solidFill>
              </a:defRPr>
            </a:lvl8pPr>
            <a:lvl9pPr algn="l">
              <a:defRPr sz="1350" b="1">
                <a:solidFill>
                  <a:srgbClr val="142A43"/>
                </a:solidFill>
              </a:defRPr>
            </a:lvl9pPr>
          </a:lstStyle>
          <a:p>
            <a:pPr algn="l">
              <a:defRPr sz="1350" b="1">
                <a:solidFill>
                  <a:srgbClr val="142A43"/>
                </a:solidFill>
              </a:defRPr>
            </a:pPr>
            <a:r>
              <a:rPr sz="2000" b="1" dirty="0">
                <a:solidFill>
                  <a:srgbClr val="142A43"/>
                </a:solidFill>
              </a:rPr>
              <a:t>Distributed Training Lab</a:t>
            </a:r>
          </a:p>
        </p:txBody>
      </p:sp>
      <p:sp>
        <p:nvSpPr>
          <p:cNvPr id="43" name="矩形 42">
            <a:extLst>
              <a:ext uri="{FF2B5EF4-FFF2-40B4-BE49-F238E27FC236}">
                <a16:creationId xmlns:a16="http://schemas.microsoft.com/office/drawing/2014/main" id="{E0E5DE2E-4C58-4039-960F-2480761EB43A}"/>
              </a:ext>
            </a:extLst>
          </p:cNvPr>
          <p:cNvSpPr>
            <a:spLocks noGrp="1"/>
          </p:cNvSpPr>
          <p:nvPr/>
        </p:nvSpPr>
        <p:spPr>
          <a:xfrm>
            <a:off x="3133725" y="5715000"/>
            <a:ext cx="2667000" cy="9525"/>
          </a:xfrm>
          <a:prstGeom prst="rect">
            <a:avLst/>
          </a:prstGeom>
          <a:solidFill>
            <a:srgbClr val="D6DEE7"/>
          </a:solidFill>
          <a:ln w="0">
            <a:noFill/>
            <a:prstDash val="solid"/>
          </a:ln>
        </p:spPr>
      </p:sp>
      <p:sp>
        <p:nvSpPr>
          <p:cNvPr id="44" name="矩形 43">
            <a:extLst>
              <a:ext uri="{FF2B5EF4-FFF2-40B4-BE49-F238E27FC236}">
                <a16:creationId xmlns:a16="http://schemas.microsoft.com/office/drawing/2014/main" id="{5B94E873-9DAC-4448-AC23-1134044B56F1}"/>
              </a:ext>
            </a:extLst>
          </p:cNvPr>
          <p:cNvSpPr>
            <a:spLocks noGrp="1"/>
          </p:cNvSpPr>
          <p:nvPr/>
        </p:nvSpPr>
        <p:spPr>
          <a:xfrm>
            <a:off x="6762750" y="3000375"/>
            <a:ext cx="1123950" cy="647700"/>
          </a:xfrm>
          <a:prstGeom prst="rect">
            <a:avLst/>
          </a:prstGeom>
          <a:noFill/>
          <a:ln w="0">
            <a:noFill/>
            <a:prstDash val="solid"/>
          </a:ln>
        </p:spPr>
        <p:txBody>
          <a:bodyPr anchor="ctr"/>
          <a:lstStyle>
            <a:defPPr algn="l">
              <a:defRPr sz="3600" b="1">
                <a:solidFill>
                  <a:srgbClr val="2F6FC2"/>
                </a:solidFill>
              </a:defRPr>
            </a:defPPr>
            <a:lvl1pPr algn="l">
              <a:defRPr sz="3600" b="1">
                <a:solidFill>
                  <a:srgbClr val="2F6FC2"/>
                </a:solidFill>
              </a:defRPr>
            </a:lvl1pPr>
            <a:lvl2pPr algn="l">
              <a:defRPr sz="3600" b="1">
                <a:solidFill>
                  <a:srgbClr val="2F6FC2"/>
                </a:solidFill>
              </a:defRPr>
            </a:lvl2pPr>
            <a:lvl3pPr algn="l">
              <a:defRPr sz="3600" b="1">
                <a:solidFill>
                  <a:srgbClr val="2F6FC2"/>
                </a:solidFill>
              </a:defRPr>
            </a:lvl3pPr>
            <a:lvl4pPr algn="l">
              <a:defRPr sz="3600" b="1">
                <a:solidFill>
                  <a:srgbClr val="2F6FC2"/>
                </a:solidFill>
              </a:defRPr>
            </a:lvl4pPr>
            <a:lvl5pPr algn="l">
              <a:defRPr sz="3600" b="1">
                <a:solidFill>
                  <a:srgbClr val="2F6FC2"/>
                </a:solidFill>
              </a:defRPr>
            </a:lvl5pPr>
            <a:lvl6pPr algn="l">
              <a:defRPr sz="3600" b="1">
                <a:solidFill>
                  <a:srgbClr val="2F6FC2"/>
                </a:solidFill>
              </a:defRPr>
            </a:lvl6pPr>
            <a:lvl7pPr algn="l">
              <a:defRPr sz="3600" b="1">
                <a:solidFill>
                  <a:srgbClr val="2F6FC2"/>
                </a:solidFill>
              </a:defRPr>
            </a:lvl7pPr>
            <a:lvl8pPr algn="l">
              <a:defRPr sz="3600" b="1">
                <a:solidFill>
                  <a:srgbClr val="2F6FC2"/>
                </a:solidFill>
              </a:defRPr>
            </a:lvl8pPr>
            <a:lvl9pPr algn="l">
              <a:defRPr sz="3600" b="1">
                <a:solidFill>
                  <a:srgbClr val="2F6FC2"/>
                </a:solidFill>
              </a:defRPr>
            </a:lvl9pPr>
          </a:lstStyle>
          <a:p>
            <a:pPr algn="l">
              <a:defRPr sz="3600" b="1">
                <a:solidFill>
                  <a:srgbClr val="2F6FC2"/>
                </a:solidFill>
              </a:defRPr>
            </a:pPr>
            <a:r>
              <a:rPr sz="3600" b="1">
                <a:solidFill>
                  <a:srgbClr val="2F6FC2"/>
                </a:solidFill>
              </a:rPr>
              <a:t>52</a:t>
            </a:r>
          </a:p>
        </p:txBody>
      </p:sp>
      <p:sp>
        <p:nvSpPr>
          <p:cNvPr id="45" name="矩形 44">
            <a:extLst>
              <a:ext uri="{FF2B5EF4-FFF2-40B4-BE49-F238E27FC236}">
                <a16:creationId xmlns:a16="http://schemas.microsoft.com/office/drawing/2014/main" id="{C696008D-4D01-491C-B373-7FF0500DA085}"/>
              </a:ext>
            </a:extLst>
          </p:cNvPr>
          <p:cNvSpPr>
            <a:spLocks noGrp="1"/>
          </p:cNvSpPr>
          <p:nvPr/>
        </p:nvSpPr>
        <p:spPr>
          <a:xfrm>
            <a:off x="7867650" y="3028950"/>
            <a:ext cx="2381250" cy="266700"/>
          </a:xfrm>
          <a:prstGeom prst="rect">
            <a:avLst/>
          </a:prstGeom>
          <a:noFill/>
          <a:ln w="0">
            <a:noFill/>
            <a:prstDash val="solid"/>
          </a:ln>
        </p:spPr>
        <p:txBody>
          <a:bodyPr anchor="ctr"/>
          <a:lstStyle>
            <a:defPPr algn="l">
              <a:defRPr sz="1200" b="1">
                <a:solidFill>
                  <a:srgbClr val="102D4C"/>
                </a:solidFill>
              </a:defRPr>
            </a:defPPr>
            <a:lvl1pPr algn="l">
              <a:defRPr sz="1200" b="1">
                <a:solidFill>
                  <a:srgbClr val="102D4C"/>
                </a:solidFill>
              </a:defRPr>
            </a:lvl1pPr>
            <a:lvl2pPr algn="l">
              <a:defRPr sz="1200" b="1">
                <a:solidFill>
                  <a:srgbClr val="102D4C"/>
                </a:solidFill>
              </a:defRPr>
            </a:lvl2pPr>
            <a:lvl3pPr algn="l">
              <a:defRPr sz="1200" b="1">
                <a:solidFill>
                  <a:srgbClr val="102D4C"/>
                </a:solidFill>
              </a:defRPr>
            </a:lvl3pPr>
            <a:lvl4pPr algn="l">
              <a:defRPr sz="1200" b="1">
                <a:solidFill>
                  <a:srgbClr val="102D4C"/>
                </a:solidFill>
              </a:defRPr>
            </a:lvl4pPr>
            <a:lvl5pPr algn="l">
              <a:defRPr sz="1200" b="1">
                <a:solidFill>
                  <a:srgbClr val="102D4C"/>
                </a:solidFill>
              </a:defRPr>
            </a:lvl5pPr>
            <a:lvl6pPr algn="l">
              <a:defRPr sz="1200" b="1">
                <a:solidFill>
                  <a:srgbClr val="102D4C"/>
                </a:solidFill>
              </a:defRPr>
            </a:lvl6pPr>
            <a:lvl7pPr algn="l">
              <a:defRPr sz="1200" b="1">
                <a:solidFill>
                  <a:srgbClr val="102D4C"/>
                </a:solidFill>
              </a:defRPr>
            </a:lvl7pPr>
            <a:lvl8pPr algn="l">
              <a:defRPr sz="1200" b="1">
                <a:solidFill>
                  <a:srgbClr val="102D4C"/>
                </a:solidFill>
              </a:defRPr>
            </a:lvl8pPr>
            <a:lvl9pPr algn="l">
              <a:defRPr sz="1200" b="1">
                <a:solidFill>
                  <a:srgbClr val="102D4C"/>
                </a:solidFill>
              </a:defRPr>
            </a:lvl9pPr>
          </a:lstStyle>
          <a:p>
            <a:pPr algn="l">
              <a:defRPr sz="1200" b="1">
                <a:solidFill>
                  <a:srgbClr val="102D4C"/>
                </a:solidFill>
              </a:defRPr>
            </a:pPr>
            <a:r>
              <a:rPr sz="1200" b="1">
                <a:solidFill>
                  <a:srgbClr val="102D4C"/>
                </a:solidFill>
              </a:rPr>
              <a:t>CORE STEPS</a:t>
            </a:r>
          </a:p>
        </p:txBody>
      </p:sp>
      <p:sp>
        <p:nvSpPr>
          <p:cNvPr id="46" name="矩形 45">
            <a:extLst>
              <a:ext uri="{FF2B5EF4-FFF2-40B4-BE49-F238E27FC236}">
                <a16:creationId xmlns:a16="http://schemas.microsoft.com/office/drawing/2014/main" id="{0CFA0543-D706-4C9A-8FA4-59C2EFEE6416}"/>
              </a:ext>
            </a:extLst>
          </p:cNvPr>
          <p:cNvSpPr>
            <a:spLocks noGrp="1"/>
          </p:cNvSpPr>
          <p:nvPr/>
        </p:nvSpPr>
        <p:spPr>
          <a:xfrm>
            <a:off x="7867650" y="3324225"/>
            <a:ext cx="2895600" cy="419100"/>
          </a:xfrm>
          <a:prstGeom prst="rect">
            <a:avLst/>
          </a:prstGeom>
          <a:noFill/>
          <a:ln w="0">
            <a:noFill/>
            <a:prstDash val="solid"/>
          </a:ln>
        </p:spPr>
        <p:txBody>
          <a:bodyPr anchor="ctr"/>
          <a:lstStyle>
            <a:defPPr algn="l">
              <a:defRPr sz="1125" b="0">
                <a:solidFill>
                  <a:srgbClr val="52657A"/>
                </a:solidFill>
              </a:defRPr>
            </a:defPPr>
            <a:lvl1pPr algn="l">
              <a:defRPr sz="1125" b="0">
                <a:solidFill>
                  <a:srgbClr val="52657A"/>
                </a:solidFill>
              </a:defRPr>
            </a:lvl1pPr>
            <a:lvl2pPr algn="l">
              <a:defRPr sz="1125" b="0">
                <a:solidFill>
                  <a:srgbClr val="52657A"/>
                </a:solidFill>
              </a:defRPr>
            </a:lvl2pPr>
            <a:lvl3pPr algn="l">
              <a:defRPr sz="1125" b="0">
                <a:solidFill>
                  <a:srgbClr val="52657A"/>
                </a:solidFill>
              </a:defRPr>
            </a:lvl3pPr>
            <a:lvl4pPr algn="l">
              <a:defRPr sz="1125" b="0">
                <a:solidFill>
                  <a:srgbClr val="52657A"/>
                </a:solidFill>
              </a:defRPr>
            </a:lvl4pPr>
            <a:lvl5pPr algn="l">
              <a:defRPr sz="1125" b="0">
                <a:solidFill>
                  <a:srgbClr val="52657A"/>
                </a:solidFill>
              </a:defRPr>
            </a:lvl5pPr>
            <a:lvl6pPr algn="l">
              <a:defRPr sz="1125" b="0">
                <a:solidFill>
                  <a:srgbClr val="52657A"/>
                </a:solidFill>
              </a:defRPr>
            </a:lvl6pPr>
            <a:lvl7pPr algn="l">
              <a:defRPr sz="1125" b="0">
                <a:solidFill>
                  <a:srgbClr val="52657A"/>
                </a:solidFill>
              </a:defRPr>
            </a:lvl7pPr>
            <a:lvl8pPr algn="l">
              <a:defRPr sz="1125" b="0">
                <a:solidFill>
                  <a:srgbClr val="52657A"/>
                </a:solidFill>
              </a:defRPr>
            </a:lvl8pPr>
            <a:lvl9pPr algn="l">
              <a:defRPr sz="1125" b="0">
                <a:solidFill>
                  <a:srgbClr val="52657A"/>
                </a:solidFill>
              </a:defRPr>
            </a:lvl9pPr>
          </a:lstStyle>
          <a:p>
            <a:pPr algn="l">
              <a:defRPr sz="1125" b="0">
                <a:solidFill>
                  <a:srgbClr val="52657A"/>
                </a:solidFill>
              </a:defRPr>
            </a:pPr>
            <a:r>
              <a:rPr sz="1125" b="0">
                <a:solidFill>
                  <a:srgbClr val="52657A"/>
                </a:solidFill>
              </a:rPr>
              <a:t>A guided path from setup to validation and analysis</a:t>
            </a:r>
          </a:p>
        </p:txBody>
      </p:sp>
      <p:sp>
        <p:nvSpPr>
          <p:cNvPr id="47" name="矩形 46">
            <a:extLst>
              <a:ext uri="{FF2B5EF4-FFF2-40B4-BE49-F238E27FC236}">
                <a16:creationId xmlns:a16="http://schemas.microsoft.com/office/drawing/2014/main" id="{7FC194B8-1694-4AE0-BC28-2EEC8992B196}"/>
              </a:ext>
            </a:extLst>
          </p:cNvPr>
          <p:cNvSpPr>
            <a:spLocks noGrp="1"/>
          </p:cNvSpPr>
          <p:nvPr/>
        </p:nvSpPr>
        <p:spPr>
          <a:xfrm>
            <a:off x="6762750" y="3857625"/>
            <a:ext cx="1524000" cy="647700"/>
          </a:xfrm>
          <a:prstGeom prst="rect">
            <a:avLst/>
          </a:prstGeom>
          <a:noFill/>
          <a:ln w="0">
            <a:noFill/>
            <a:prstDash val="solid"/>
          </a:ln>
        </p:spPr>
        <p:txBody>
          <a:bodyPr anchor="ctr"/>
          <a:lstStyle>
            <a:defPPr algn="l">
              <a:defRPr sz="3150" b="1">
                <a:solidFill>
                  <a:srgbClr val="2F6FC2"/>
                </a:solidFill>
              </a:defRPr>
            </a:defPPr>
            <a:lvl1pPr algn="l">
              <a:defRPr sz="3150" b="1">
                <a:solidFill>
                  <a:srgbClr val="2F6FC2"/>
                </a:solidFill>
              </a:defRPr>
            </a:lvl1pPr>
            <a:lvl2pPr algn="l">
              <a:defRPr sz="3150" b="1">
                <a:solidFill>
                  <a:srgbClr val="2F6FC2"/>
                </a:solidFill>
              </a:defRPr>
            </a:lvl2pPr>
            <a:lvl3pPr algn="l">
              <a:defRPr sz="3150" b="1">
                <a:solidFill>
                  <a:srgbClr val="2F6FC2"/>
                </a:solidFill>
              </a:defRPr>
            </a:lvl3pPr>
            <a:lvl4pPr algn="l">
              <a:defRPr sz="3150" b="1">
                <a:solidFill>
                  <a:srgbClr val="2F6FC2"/>
                </a:solidFill>
              </a:defRPr>
            </a:lvl4pPr>
            <a:lvl5pPr algn="l">
              <a:defRPr sz="3150" b="1">
                <a:solidFill>
                  <a:srgbClr val="2F6FC2"/>
                </a:solidFill>
              </a:defRPr>
            </a:lvl5pPr>
            <a:lvl6pPr algn="l">
              <a:defRPr sz="3150" b="1">
                <a:solidFill>
                  <a:srgbClr val="2F6FC2"/>
                </a:solidFill>
              </a:defRPr>
            </a:lvl6pPr>
            <a:lvl7pPr algn="l">
              <a:defRPr sz="3150" b="1">
                <a:solidFill>
                  <a:srgbClr val="2F6FC2"/>
                </a:solidFill>
              </a:defRPr>
            </a:lvl7pPr>
            <a:lvl8pPr algn="l">
              <a:defRPr sz="3150" b="1">
                <a:solidFill>
                  <a:srgbClr val="2F6FC2"/>
                </a:solidFill>
              </a:defRPr>
            </a:lvl8pPr>
            <a:lvl9pPr algn="l">
              <a:defRPr sz="3150" b="1">
                <a:solidFill>
                  <a:srgbClr val="2F6FC2"/>
                </a:solidFill>
              </a:defRPr>
            </a:lvl9pPr>
          </a:lstStyle>
          <a:p>
            <a:pPr algn="l">
              <a:defRPr sz="3150" b="1">
                <a:solidFill>
                  <a:srgbClr val="2F6FC2"/>
                </a:solidFill>
              </a:defRPr>
            </a:pPr>
            <a:r>
              <a:rPr sz="3150" b="1">
                <a:solidFill>
                  <a:srgbClr val="2F6FC2"/>
                </a:solidFill>
              </a:rPr>
              <a:t>4,480</a:t>
            </a:r>
          </a:p>
        </p:txBody>
      </p:sp>
      <p:sp>
        <p:nvSpPr>
          <p:cNvPr id="48" name="矩形 47">
            <a:extLst>
              <a:ext uri="{FF2B5EF4-FFF2-40B4-BE49-F238E27FC236}">
                <a16:creationId xmlns:a16="http://schemas.microsoft.com/office/drawing/2014/main" id="{69124A75-6E39-4856-81E5-058A0D74DD3D}"/>
              </a:ext>
            </a:extLst>
          </p:cNvPr>
          <p:cNvSpPr>
            <a:spLocks noGrp="1"/>
          </p:cNvSpPr>
          <p:nvPr/>
        </p:nvSpPr>
        <p:spPr>
          <a:xfrm>
            <a:off x="8286750" y="3886200"/>
            <a:ext cx="2476500" cy="266700"/>
          </a:xfrm>
          <a:prstGeom prst="rect">
            <a:avLst/>
          </a:prstGeom>
          <a:noFill/>
          <a:ln w="0">
            <a:noFill/>
            <a:prstDash val="solid"/>
          </a:ln>
        </p:spPr>
        <p:txBody>
          <a:bodyPr anchor="ctr"/>
          <a:lstStyle>
            <a:defPPr algn="l">
              <a:defRPr sz="1200" b="1">
                <a:solidFill>
                  <a:srgbClr val="102D4C"/>
                </a:solidFill>
              </a:defRPr>
            </a:defPPr>
            <a:lvl1pPr algn="l">
              <a:defRPr sz="1200" b="1">
                <a:solidFill>
                  <a:srgbClr val="102D4C"/>
                </a:solidFill>
              </a:defRPr>
            </a:lvl1pPr>
            <a:lvl2pPr algn="l">
              <a:defRPr sz="1200" b="1">
                <a:solidFill>
                  <a:srgbClr val="102D4C"/>
                </a:solidFill>
              </a:defRPr>
            </a:lvl2pPr>
            <a:lvl3pPr algn="l">
              <a:defRPr sz="1200" b="1">
                <a:solidFill>
                  <a:srgbClr val="102D4C"/>
                </a:solidFill>
              </a:defRPr>
            </a:lvl3pPr>
            <a:lvl4pPr algn="l">
              <a:defRPr sz="1200" b="1">
                <a:solidFill>
                  <a:srgbClr val="102D4C"/>
                </a:solidFill>
              </a:defRPr>
            </a:lvl4pPr>
            <a:lvl5pPr algn="l">
              <a:defRPr sz="1200" b="1">
                <a:solidFill>
                  <a:srgbClr val="102D4C"/>
                </a:solidFill>
              </a:defRPr>
            </a:lvl5pPr>
            <a:lvl6pPr algn="l">
              <a:defRPr sz="1200" b="1">
                <a:solidFill>
                  <a:srgbClr val="102D4C"/>
                </a:solidFill>
              </a:defRPr>
            </a:lvl6pPr>
            <a:lvl7pPr algn="l">
              <a:defRPr sz="1200" b="1">
                <a:solidFill>
                  <a:srgbClr val="102D4C"/>
                </a:solidFill>
              </a:defRPr>
            </a:lvl7pPr>
            <a:lvl8pPr algn="l">
              <a:defRPr sz="1200" b="1">
                <a:solidFill>
                  <a:srgbClr val="102D4C"/>
                </a:solidFill>
              </a:defRPr>
            </a:lvl8pPr>
            <a:lvl9pPr algn="l">
              <a:defRPr sz="1200" b="1">
                <a:solidFill>
                  <a:srgbClr val="102D4C"/>
                </a:solidFill>
              </a:defRPr>
            </a:lvl9pPr>
          </a:lstStyle>
          <a:p>
            <a:pPr algn="l">
              <a:defRPr sz="1200" b="1">
                <a:solidFill>
                  <a:srgbClr val="102D4C"/>
                </a:solidFill>
              </a:defRPr>
            </a:pPr>
            <a:r>
              <a:rPr sz="1200" b="1">
                <a:solidFill>
                  <a:srgbClr val="102D4C"/>
                </a:solidFill>
              </a:rPr>
              <a:t>LINES OF LAB MATERIAL</a:t>
            </a:r>
          </a:p>
        </p:txBody>
      </p:sp>
      <p:sp>
        <p:nvSpPr>
          <p:cNvPr id="49" name="矩形 48">
            <a:extLst>
              <a:ext uri="{FF2B5EF4-FFF2-40B4-BE49-F238E27FC236}">
                <a16:creationId xmlns:a16="http://schemas.microsoft.com/office/drawing/2014/main" id="{AD0C8ED7-1A0E-4F31-B5EF-11C5124DFBE8}"/>
              </a:ext>
            </a:extLst>
          </p:cNvPr>
          <p:cNvSpPr>
            <a:spLocks noGrp="1"/>
          </p:cNvSpPr>
          <p:nvPr/>
        </p:nvSpPr>
        <p:spPr>
          <a:xfrm>
            <a:off x="8286750" y="4181475"/>
            <a:ext cx="2476500" cy="419100"/>
          </a:xfrm>
          <a:prstGeom prst="rect">
            <a:avLst/>
          </a:prstGeom>
          <a:noFill/>
          <a:ln w="0">
            <a:noFill/>
            <a:prstDash val="solid"/>
          </a:ln>
        </p:spPr>
        <p:txBody>
          <a:bodyPr anchor="ctr"/>
          <a:lstStyle>
            <a:defPPr algn="l">
              <a:defRPr sz="1125" b="0">
                <a:solidFill>
                  <a:srgbClr val="52657A"/>
                </a:solidFill>
              </a:defRPr>
            </a:defPPr>
            <a:lvl1pPr algn="l">
              <a:defRPr sz="1125" b="0">
                <a:solidFill>
                  <a:srgbClr val="52657A"/>
                </a:solidFill>
              </a:defRPr>
            </a:lvl1pPr>
            <a:lvl2pPr algn="l">
              <a:defRPr sz="1125" b="0">
                <a:solidFill>
                  <a:srgbClr val="52657A"/>
                </a:solidFill>
              </a:defRPr>
            </a:lvl2pPr>
            <a:lvl3pPr algn="l">
              <a:defRPr sz="1125" b="0">
                <a:solidFill>
                  <a:srgbClr val="52657A"/>
                </a:solidFill>
              </a:defRPr>
            </a:lvl3pPr>
            <a:lvl4pPr algn="l">
              <a:defRPr sz="1125" b="0">
                <a:solidFill>
                  <a:srgbClr val="52657A"/>
                </a:solidFill>
              </a:defRPr>
            </a:lvl4pPr>
            <a:lvl5pPr algn="l">
              <a:defRPr sz="1125" b="0">
                <a:solidFill>
                  <a:srgbClr val="52657A"/>
                </a:solidFill>
              </a:defRPr>
            </a:lvl5pPr>
            <a:lvl6pPr algn="l">
              <a:defRPr sz="1125" b="0">
                <a:solidFill>
                  <a:srgbClr val="52657A"/>
                </a:solidFill>
              </a:defRPr>
            </a:lvl6pPr>
            <a:lvl7pPr algn="l">
              <a:defRPr sz="1125" b="0">
                <a:solidFill>
                  <a:srgbClr val="52657A"/>
                </a:solidFill>
              </a:defRPr>
            </a:lvl7pPr>
            <a:lvl8pPr algn="l">
              <a:defRPr sz="1125" b="0">
                <a:solidFill>
                  <a:srgbClr val="52657A"/>
                </a:solidFill>
              </a:defRPr>
            </a:lvl8pPr>
            <a:lvl9pPr algn="l">
              <a:defRPr sz="1125" b="0">
                <a:solidFill>
                  <a:srgbClr val="52657A"/>
                </a:solidFill>
              </a:defRPr>
            </a:lvl9pPr>
          </a:lstStyle>
          <a:p>
            <a:pPr algn="l">
              <a:defRPr sz="1125" b="0">
                <a:solidFill>
                  <a:srgbClr val="52657A"/>
                </a:solidFill>
              </a:defRPr>
            </a:pPr>
            <a:r>
              <a:rPr sz="1125" b="0" dirty="0">
                <a:solidFill>
                  <a:srgbClr val="52657A"/>
                </a:solidFill>
              </a:rPr>
              <a:t>Code, comments, tools, and installation guidance</a:t>
            </a:r>
          </a:p>
        </p:txBody>
      </p:sp>
      <p:sp>
        <p:nvSpPr>
          <p:cNvPr id="50" name="矩形 49">
            <a:extLst>
              <a:ext uri="{FF2B5EF4-FFF2-40B4-BE49-F238E27FC236}">
                <a16:creationId xmlns:a16="http://schemas.microsoft.com/office/drawing/2014/main" id="{617CCAE3-8E04-4823-9FD6-43329C0F6CDD}"/>
              </a:ext>
            </a:extLst>
          </p:cNvPr>
          <p:cNvSpPr>
            <a:spLocks noGrp="1"/>
          </p:cNvSpPr>
          <p:nvPr/>
        </p:nvSpPr>
        <p:spPr>
          <a:xfrm>
            <a:off x="6605303" y="4772025"/>
            <a:ext cx="4000500" cy="19050"/>
          </a:xfrm>
          <a:prstGeom prst="rect">
            <a:avLst/>
          </a:prstGeom>
          <a:solidFill>
            <a:srgbClr val="D2A450"/>
          </a:solidFill>
          <a:ln w="0">
            <a:noFill/>
            <a:prstDash val="solid"/>
          </a:ln>
        </p:spPr>
      </p:sp>
      <p:sp>
        <p:nvSpPr>
          <p:cNvPr id="51" name="矩形 50">
            <a:extLst>
              <a:ext uri="{FF2B5EF4-FFF2-40B4-BE49-F238E27FC236}">
                <a16:creationId xmlns:a16="http://schemas.microsoft.com/office/drawing/2014/main" id="{80AC769D-08ED-4F68-AE3D-9BE98B133D0B}"/>
              </a:ext>
            </a:extLst>
          </p:cNvPr>
          <p:cNvSpPr>
            <a:spLocks noGrp="1"/>
          </p:cNvSpPr>
          <p:nvPr/>
        </p:nvSpPr>
        <p:spPr>
          <a:xfrm>
            <a:off x="6753225" y="4882351"/>
            <a:ext cx="4000500" cy="285750"/>
          </a:xfrm>
          <a:prstGeom prst="rect">
            <a:avLst/>
          </a:prstGeom>
          <a:noFill/>
          <a:ln w="0">
            <a:noFill/>
            <a:prstDash val="solid"/>
          </a:ln>
        </p:spPr>
        <p:txBody>
          <a:bodyPr anchor="ctr"/>
          <a:lstStyle>
            <a:defPPr algn="l">
              <a:defRPr sz="1425" b="1">
                <a:solidFill>
                  <a:srgbClr val="102D4C"/>
                </a:solidFill>
              </a:defRPr>
            </a:defPPr>
            <a:lvl1pPr algn="l">
              <a:defRPr sz="1425" b="1">
                <a:solidFill>
                  <a:srgbClr val="102D4C"/>
                </a:solidFill>
              </a:defRPr>
            </a:lvl1pPr>
            <a:lvl2pPr algn="l">
              <a:defRPr sz="1425" b="1">
                <a:solidFill>
                  <a:srgbClr val="102D4C"/>
                </a:solidFill>
              </a:defRPr>
            </a:lvl2pPr>
            <a:lvl3pPr algn="l">
              <a:defRPr sz="1425" b="1">
                <a:solidFill>
                  <a:srgbClr val="102D4C"/>
                </a:solidFill>
              </a:defRPr>
            </a:lvl3pPr>
            <a:lvl4pPr algn="l">
              <a:defRPr sz="1425" b="1">
                <a:solidFill>
                  <a:srgbClr val="102D4C"/>
                </a:solidFill>
              </a:defRPr>
            </a:lvl4pPr>
            <a:lvl5pPr algn="l">
              <a:defRPr sz="1425" b="1">
                <a:solidFill>
                  <a:srgbClr val="102D4C"/>
                </a:solidFill>
              </a:defRPr>
            </a:lvl5pPr>
            <a:lvl6pPr algn="l">
              <a:defRPr sz="1425" b="1">
                <a:solidFill>
                  <a:srgbClr val="102D4C"/>
                </a:solidFill>
              </a:defRPr>
            </a:lvl6pPr>
            <a:lvl7pPr algn="l">
              <a:defRPr sz="1425" b="1">
                <a:solidFill>
                  <a:srgbClr val="102D4C"/>
                </a:solidFill>
              </a:defRPr>
            </a:lvl7pPr>
            <a:lvl8pPr algn="l">
              <a:defRPr sz="1425" b="1">
                <a:solidFill>
                  <a:srgbClr val="102D4C"/>
                </a:solidFill>
              </a:defRPr>
            </a:lvl8pPr>
            <a:lvl9pPr algn="l">
              <a:defRPr sz="1425" b="1">
                <a:solidFill>
                  <a:srgbClr val="102D4C"/>
                </a:solidFill>
              </a:defRPr>
            </a:lvl9pPr>
          </a:lstStyle>
          <a:p>
            <a:pPr algn="l">
              <a:defRPr sz="1425" b="1">
                <a:solidFill>
                  <a:srgbClr val="102D4C"/>
                </a:solidFill>
              </a:defRPr>
            </a:pPr>
            <a:r>
              <a:rPr sz="1425" b="1">
                <a:solidFill>
                  <a:srgbClr val="102D4C"/>
                </a:solidFill>
              </a:rPr>
              <a:t>Focused coding, broad systems practice</a:t>
            </a:r>
          </a:p>
        </p:txBody>
      </p:sp>
      <p:sp>
        <p:nvSpPr>
          <p:cNvPr id="52" name="矩形 51">
            <a:extLst>
              <a:ext uri="{FF2B5EF4-FFF2-40B4-BE49-F238E27FC236}">
                <a16:creationId xmlns:a16="http://schemas.microsoft.com/office/drawing/2014/main" id="{A9945651-D461-4753-A853-CE920F9E7B30}"/>
              </a:ext>
            </a:extLst>
          </p:cNvPr>
          <p:cNvSpPr>
            <a:spLocks noGrp="1"/>
          </p:cNvSpPr>
          <p:nvPr/>
        </p:nvSpPr>
        <p:spPr>
          <a:xfrm>
            <a:off x="6686550" y="5122913"/>
            <a:ext cx="4000500" cy="771525"/>
          </a:xfrm>
          <a:prstGeom prst="rect">
            <a:avLst/>
          </a:prstGeom>
          <a:noFill/>
          <a:ln w="0">
            <a:noFill/>
            <a:prstDash val="solid"/>
          </a:ln>
        </p:spPr>
        <p:txBody>
          <a:bodyPr anchor="ctr"/>
          <a:lstStyle>
            <a:defPPr algn="l">
              <a:defRPr sz="1125" b="0">
                <a:solidFill>
                  <a:srgbClr val="142A43"/>
                </a:solidFill>
              </a:defRPr>
            </a:defPPr>
            <a:lvl1pPr algn="l">
              <a:defRPr sz="1125" b="0">
                <a:solidFill>
                  <a:srgbClr val="142A43"/>
                </a:solidFill>
              </a:defRPr>
            </a:lvl1pPr>
            <a:lvl2pPr algn="l">
              <a:defRPr sz="1125" b="0">
                <a:solidFill>
                  <a:srgbClr val="142A43"/>
                </a:solidFill>
              </a:defRPr>
            </a:lvl2pPr>
            <a:lvl3pPr algn="l">
              <a:defRPr sz="1125" b="0">
                <a:solidFill>
                  <a:srgbClr val="142A43"/>
                </a:solidFill>
              </a:defRPr>
            </a:lvl3pPr>
            <a:lvl4pPr algn="l">
              <a:defRPr sz="1125" b="0">
                <a:solidFill>
                  <a:srgbClr val="142A43"/>
                </a:solidFill>
              </a:defRPr>
            </a:lvl4pPr>
            <a:lvl5pPr algn="l">
              <a:defRPr sz="1125" b="0">
                <a:solidFill>
                  <a:srgbClr val="142A43"/>
                </a:solidFill>
              </a:defRPr>
            </a:lvl5pPr>
            <a:lvl6pPr algn="l">
              <a:defRPr sz="1125" b="0">
                <a:solidFill>
                  <a:srgbClr val="142A43"/>
                </a:solidFill>
              </a:defRPr>
            </a:lvl6pPr>
            <a:lvl7pPr algn="l">
              <a:defRPr sz="1125" b="0">
                <a:solidFill>
                  <a:srgbClr val="142A43"/>
                </a:solidFill>
              </a:defRPr>
            </a:lvl7pPr>
            <a:lvl8pPr algn="l">
              <a:defRPr sz="1125" b="0">
                <a:solidFill>
                  <a:srgbClr val="142A43"/>
                </a:solidFill>
              </a:defRPr>
            </a:lvl8pPr>
            <a:lvl9pPr algn="l">
              <a:defRPr sz="1125" b="0">
                <a:solidFill>
                  <a:srgbClr val="142A43"/>
                </a:solidFill>
              </a:defRPr>
            </a:lvl9pPr>
          </a:lstStyle>
          <a:p>
            <a:pPr algn="l">
              <a:defRPr sz="1125" b="0">
                <a:solidFill>
                  <a:srgbClr val="142A43"/>
                </a:solidFill>
              </a:defRPr>
            </a:pPr>
            <a:r>
              <a:rPr sz="1125" b="0" dirty="0">
                <a:solidFill>
                  <a:srgbClr val="142A43"/>
                </a:solidFill>
              </a:rPr>
              <a:t>Participants configured environments, ran workloads, checked correctness, measured performance, and analyzed results. Optional tasks extended the edge-device and </a:t>
            </a:r>
            <a:r>
              <a:rPr sz="1125" b="0" dirty="0" err="1">
                <a:solidFill>
                  <a:srgbClr val="142A43"/>
                </a:solidFill>
              </a:rPr>
              <a:t>KernelGen</a:t>
            </a:r>
            <a:r>
              <a:rPr sz="1125" b="0" dirty="0">
                <a:solidFill>
                  <a:srgbClr val="142A43"/>
                </a:solidFill>
              </a:rPr>
              <a:t> labs.</a:t>
            </a:r>
          </a:p>
        </p:txBody>
      </p:sp>
    </p:spTree>
    <p:extLst>
      <p:ext uri="{BB962C8B-B14F-4D97-AF65-F5344CB8AC3E}">
        <p14:creationId xmlns:p14="http://schemas.microsoft.com/office/powerpoint/2010/main" val="1817773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重新设计的课程反馈图">
            <a:extLst>
              <a:ext uri="{FF2B5EF4-FFF2-40B4-BE49-F238E27FC236}">
                <a16:creationId xmlns:a16="http://schemas.microsoft.com/office/drawing/2014/main" id="{51671605-CBD9-4F53-81B5-47384E2886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709"/>
          <a:stretch/>
        </p:blipFill>
        <p:spPr bwMode="auto">
          <a:xfrm>
            <a:off x="4762" y="0"/>
            <a:ext cx="10701338" cy="5856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2030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B879B2C-17DD-4AE3-8284-2381576C7C20}"/>
              </a:ext>
            </a:extLst>
          </p:cNvPr>
          <p:cNvPicPr>
            <a:picLocks noChangeAspect="1"/>
          </p:cNvPicPr>
          <p:nvPr/>
        </p:nvPicPr>
        <p:blipFill>
          <a:blip r:embed="rId3"/>
          <a:stretch>
            <a:fillRect/>
          </a:stretch>
        </p:blipFill>
        <p:spPr>
          <a:xfrm>
            <a:off x="0" y="0"/>
            <a:ext cx="10706100" cy="6019800"/>
          </a:xfrm>
          <a:prstGeom prst="rect">
            <a:avLst/>
          </a:prstGeom>
        </p:spPr>
      </p:pic>
    </p:spTree>
    <p:extLst>
      <p:ext uri="{BB962C8B-B14F-4D97-AF65-F5344CB8AC3E}">
        <p14:creationId xmlns:p14="http://schemas.microsoft.com/office/powerpoint/2010/main" val="2126297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重新设计的实验反馈图">
            <a:extLst>
              <a:ext uri="{FF2B5EF4-FFF2-40B4-BE49-F238E27FC236}">
                <a16:creationId xmlns:a16="http://schemas.microsoft.com/office/drawing/2014/main" id="{4DA2F8EC-984B-4EFD-B5C0-3D1B7B697E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0"/>
            <a:ext cx="10701338"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193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E94A7AC4-F6D5-45D9-9A7A-CA38F45434DF}"/>
              </a:ext>
            </a:extLst>
          </p:cNvPr>
          <p:cNvPicPr>
            <a:picLocks noChangeAspect="1"/>
          </p:cNvPicPr>
          <p:nvPr/>
        </p:nvPicPr>
        <p:blipFill>
          <a:blip r:embed="rId3"/>
          <a:stretch>
            <a:fillRect/>
          </a:stretch>
        </p:blipFill>
        <p:spPr>
          <a:xfrm>
            <a:off x="0" y="0"/>
            <a:ext cx="10706100" cy="6019800"/>
          </a:xfrm>
          <a:prstGeom prst="rect">
            <a:avLst/>
          </a:prstGeom>
        </p:spPr>
      </p:pic>
    </p:spTree>
    <p:extLst>
      <p:ext uri="{BB962C8B-B14F-4D97-AF65-F5344CB8AC3E}">
        <p14:creationId xmlns:p14="http://schemas.microsoft.com/office/powerpoint/2010/main" val="1435686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8CAA0CA-ED73-46F2-9B0B-AFAE7F54C9A2}"/>
              </a:ext>
            </a:extLst>
          </p:cNvPr>
          <p:cNvPicPr>
            <a:picLocks noChangeAspect="1"/>
          </p:cNvPicPr>
          <p:nvPr/>
        </p:nvPicPr>
        <p:blipFill rotWithShape="1">
          <a:blip r:embed="rId3"/>
          <a:stretch/>
        </p:blipFill>
        <p:spPr>
          <a:xfrm>
            <a:off x="0" y="0"/>
            <a:ext cx="10706100" cy="6019800"/>
          </a:xfrm>
          <a:prstGeom prst="rect">
            <a:avLst/>
          </a:prstGeom>
        </p:spPr>
      </p:pic>
      <p:pic>
        <p:nvPicPr>
          <p:cNvPr id="4" name="图片 3">
            <a:extLst>
              <a:ext uri="{FF2B5EF4-FFF2-40B4-BE49-F238E27FC236}">
                <a16:creationId xmlns:a16="http://schemas.microsoft.com/office/drawing/2014/main" id="{EEE7BCDC-C337-4B84-9E7B-12EA23C9D4A3}"/>
              </a:ext>
            </a:extLst>
          </p:cNvPr>
          <p:cNvPicPr>
            <a:picLocks noChangeAspect="1"/>
          </p:cNvPicPr>
          <p:nvPr/>
        </p:nvPicPr>
        <p:blipFill>
          <a:blip r:embed="rId4"/>
          <a:stretch>
            <a:fillRect/>
          </a:stretch>
        </p:blipFill>
        <p:spPr>
          <a:xfrm>
            <a:off x="5293720" y="1468533"/>
            <a:ext cx="1611386" cy="383084"/>
          </a:xfrm>
          <a:prstGeom prst="rect">
            <a:avLst/>
          </a:prstGeom>
        </p:spPr>
      </p:pic>
      <p:pic>
        <p:nvPicPr>
          <p:cNvPr id="5" name="图片 4">
            <a:extLst>
              <a:ext uri="{FF2B5EF4-FFF2-40B4-BE49-F238E27FC236}">
                <a16:creationId xmlns:a16="http://schemas.microsoft.com/office/drawing/2014/main" id="{B385DB23-EEA2-41A6-B580-8F486F9DA320}"/>
              </a:ext>
            </a:extLst>
          </p:cNvPr>
          <p:cNvPicPr>
            <a:picLocks noChangeAspect="1"/>
          </p:cNvPicPr>
          <p:nvPr/>
        </p:nvPicPr>
        <p:blipFill>
          <a:blip r:embed="rId4"/>
          <a:stretch>
            <a:fillRect/>
          </a:stretch>
        </p:blipFill>
        <p:spPr>
          <a:xfrm>
            <a:off x="6864825" y="3887536"/>
            <a:ext cx="1611386" cy="383084"/>
          </a:xfrm>
          <a:prstGeom prst="rect">
            <a:avLst/>
          </a:prstGeom>
        </p:spPr>
      </p:pic>
      <p:pic>
        <p:nvPicPr>
          <p:cNvPr id="6" name="图片 5">
            <a:extLst>
              <a:ext uri="{FF2B5EF4-FFF2-40B4-BE49-F238E27FC236}">
                <a16:creationId xmlns:a16="http://schemas.microsoft.com/office/drawing/2014/main" id="{DBD4D901-E4F7-4FA4-9C23-6BEBB6CA2C0D}"/>
              </a:ext>
            </a:extLst>
          </p:cNvPr>
          <p:cNvPicPr>
            <a:picLocks noChangeAspect="1"/>
          </p:cNvPicPr>
          <p:nvPr/>
        </p:nvPicPr>
        <p:blipFill>
          <a:blip r:embed="rId4"/>
          <a:stretch>
            <a:fillRect/>
          </a:stretch>
        </p:blipFill>
        <p:spPr>
          <a:xfrm>
            <a:off x="5906091" y="2937066"/>
            <a:ext cx="956154" cy="227312"/>
          </a:xfrm>
          <a:prstGeom prst="rect">
            <a:avLst/>
          </a:prstGeom>
        </p:spPr>
      </p:pic>
      <p:pic>
        <p:nvPicPr>
          <p:cNvPr id="7" name="图片 6">
            <a:extLst>
              <a:ext uri="{FF2B5EF4-FFF2-40B4-BE49-F238E27FC236}">
                <a16:creationId xmlns:a16="http://schemas.microsoft.com/office/drawing/2014/main" id="{EC20FA3B-1C60-43EA-8DF5-133E4A851479}"/>
              </a:ext>
            </a:extLst>
          </p:cNvPr>
          <p:cNvPicPr>
            <a:picLocks noChangeAspect="1"/>
          </p:cNvPicPr>
          <p:nvPr/>
        </p:nvPicPr>
        <p:blipFill>
          <a:blip r:embed="rId4"/>
          <a:stretch>
            <a:fillRect/>
          </a:stretch>
        </p:blipFill>
        <p:spPr>
          <a:xfrm>
            <a:off x="7867895" y="2954151"/>
            <a:ext cx="884289" cy="210227"/>
          </a:xfrm>
          <a:prstGeom prst="rect">
            <a:avLst/>
          </a:prstGeom>
        </p:spPr>
      </p:pic>
    </p:spTree>
    <p:extLst>
      <p:ext uri="{BB962C8B-B14F-4D97-AF65-F5344CB8AC3E}">
        <p14:creationId xmlns:p14="http://schemas.microsoft.com/office/powerpoint/2010/main" val="2942598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重新设计的在线实验平台反馈图">
            <a:extLst>
              <a:ext uri="{FF2B5EF4-FFF2-40B4-BE49-F238E27FC236}">
                <a16:creationId xmlns:a16="http://schemas.microsoft.com/office/drawing/2014/main" id="{A67BE2F6-231A-41C8-9656-DA93C13D7D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0"/>
            <a:ext cx="10701338"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0579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9C617DCC-927F-4CBF-9D6D-A05D92F79380}"/>
              </a:ext>
            </a:extLst>
          </p:cNvPr>
          <p:cNvSpPr>
            <a:spLocks noGrp="1"/>
          </p:cNvSpPr>
          <p:nvPr/>
        </p:nvSpPr>
        <p:spPr>
          <a:xfrm>
            <a:off x="2117" y="0"/>
            <a:ext cx="10701867" cy="75248"/>
          </a:xfrm>
          <a:prstGeom prst="rect">
            <a:avLst/>
          </a:prstGeom>
          <a:solidFill>
            <a:srgbClr val="4779C8"/>
          </a:solidFill>
          <a:ln w="0">
            <a:noFill/>
            <a:prstDash val="solid"/>
          </a:ln>
        </p:spPr>
      </p:sp>
      <p:sp>
        <p:nvSpPr>
          <p:cNvPr id="2" name="矩形 1">
            <a:extLst>
              <a:ext uri="{FF2B5EF4-FFF2-40B4-BE49-F238E27FC236}">
                <a16:creationId xmlns:a16="http://schemas.microsoft.com/office/drawing/2014/main" id="{1DDFAC01-434B-4FB6-91E6-67FEEC97024B}"/>
              </a:ext>
            </a:extLst>
          </p:cNvPr>
          <p:cNvSpPr>
            <a:spLocks noGrp="1"/>
          </p:cNvSpPr>
          <p:nvPr/>
        </p:nvSpPr>
        <p:spPr>
          <a:xfrm>
            <a:off x="453602" y="275908"/>
            <a:ext cx="9698567" cy="510011"/>
          </a:xfrm>
          <a:prstGeom prst="rect">
            <a:avLst/>
          </a:prstGeom>
          <a:noFill/>
          <a:ln w="0">
            <a:noFill/>
            <a:prstDash val="solid"/>
          </a:ln>
        </p:spPr>
        <p:txBody>
          <a:bodyPr anchor="ctr"/>
          <a:lstStyle>
            <a:defPPr>
              <a:defRPr sz="2850" b="1">
                <a:solidFill>
                  <a:srgbClr val="173456"/>
                </a:solidFill>
              </a:defRPr>
            </a:defPPr>
            <a:lvl1pPr>
              <a:defRPr sz="2850" b="1">
                <a:solidFill>
                  <a:srgbClr val="173456"/>
                </a:solidFill>
              </a:defRPr>
            </a:lvl1pPr>
            <a:lvl2pPr>
              <a:defRPr sz="2850" b="1">
                <a:solidFill>
                  <a:srgbClr val="173456"/>
                </a:solidFill>
              </a:defRPr>
            </a:lvl2pPr>
            <a:lvl3pPr>
              <a:defRPr sz="2850" b="1">
                <a:solidFill>
                  <a:srgbClr val="173456"/>
                </a:solidFill>
              </a:defRPr>
            </a:lvl3pPr>
            <a:lvl4pPr>
              <a:defRPr sz="2850" b="1">
                <a:solidFill>
                  <a:srgbClr val="173456"/>
                </a:solidFill>
              </a:defRPr>
            </a:lvl4pPr>
            <a:lvl5pPr>
              <a:defRPr sz="2850" b="1">
                <a:solidFill>
                  <a:srgbClr val="173456"/>
                </a:solidFill>
              </a:defRPr>
            </a:lvl5pPr>
            <a:lvl6pPr>
              <a:defRPr sz="2850" b="1">
                <a:solidFill>
                  <a:srgbClr val="173456"/>
                </a:solidFill>
              </a:defRPr>
            </a:lvl6pPr>
            <a:lvl7pPr>
              <a:defRPr sz="2850" b="1">
                <a:solidFill>
                  <a:srgbClr val="173456"/>
                </a:solidFill>
              </a:defRPr>
            </a:lvl7pPr>
            <a:lvl8pPr>
              <a:defRPr sz="2850" b="1">
                <a:solidFill>
                  <a:srgbClr val="173456"/>
                </a:solidFill>
              </a:defRPr>
            </a:lvl8pPr>
            <a:lvl9pPr>
              <a:defRPr sz="2850" b="1">
                <a:solidFill>
                  <a:srgbClr val="173456"/>
                </a:solidFill>
              </a:defRPr>
            </a:lvl9pPr>
          </a:lstStyle>
          <a:p>
            <a:pPr>
              <a:defRPr sz="2850" b="1">
                <a:solidFill>
                  <a:srgbClr val="173456"/>
                </a:solidFill>
              </a:defRPr>
            </a:pPr>
            <a:r>
              <a:rPr lang="en-US" sz="2502"/>
              <a:t>Strong Ratings and Interest in Future Collaboration</a:t>
            </a:r>
          </a:p>
        </p:txBody>
      </p:sp>
      <p:sp>
        <p:nvSpPr>
          <p:cNvPr id="3" name="矩形 2">
            <a:extLst>
              <a:ext uri="{FF2B5EF4-FFF2-40B4-BE49-F238E27FC236}">
                <a16:creationId xmlns:a16="http://schemas.microsoft.com/office/drawing/2014/main" id="{5DC23D02-2958-4490-A886-8989516B6CFA}"/>
              </a:ext>
            </a:extLst>
          </p:cNvPr>
          <p:cNvSpPr>
            <a:spLocks noGrp="1"/>
          </p:cNvSpPr>
          <p:nvPr/>
        </p:nvSpPr>
        <p:spPr>
          <a:xfrm>
            <a:off x="478684" y="844444"/>
            <a:ext cx="9614958" cy="267547"/>
          </a:xfrm>
          <a:prstGeom prst="rect">
            <a:avLst/>
          </a:prstGeom>
          <a:noFill/>
          <a:ln w="0">
            <a:noFill/>
            <a:prstDash val="solid"/>
          </a:ln>
        </p:spPr>
        <p:txBody>
          <a:bodyPr anchor="ctr"/>
          <a:lstStyle>
            <a:defPPr>
              <a:defRPr sz="1500" b="0">
                <a:solidFill>
                  <a:srgbClr val="637992"/>
                </a:solidFill>
              </a:defRPr>
            </a:defPPr>
            <a:lvl1pPr>
              <a:defRPr sz="1500" b="0">
                <a:solidFill>
                  <a:srgbClr val="637992"/>
                </a:solidFill>
              </a:defRPr>
            </a:lvl1pPr>
            <a:lvl2pPr>
              <a:defRPr sz="1500" b="0">
                <a:solidFill>
                  <a:srgbClr val="637992"/>
                </a:solidFill>
              </a:defRPr>
            </a:lvl2pPr>
            <a:lvl3pPr>
              <a:defRPr sz="1500" b="0">
                <a:solidFill>
                  <a:srgbClr val="637992"/>
                </a:solidFill>
              </a:defRPr>
            </a:lvl3pPr>
            <a:lvl4pPr>
              <a:defRPr sz="1500" b="0">
                <a:solidFill>
                  <a:srgbClr val="637992"/>
                </a:solidFill>
              </a:defRPr>
            </a:lvl4pPr>
            <a:lvl5pPr>
              <a:defRPr sz="1500" b="0">
                <a:solidFill>
                  <a:srgbClr val="637992"/>
                </a:solidFill>
              </a:defRPr>
            </a:lvl5pPr>
            <a:lvl6pPr>
              <a:defRPr sz="1500" b="0">
                <a:solidFill>
                  <a:srgbClr val="637992"/>
                </a:solidFill>
              </a:defRPr>
            </a:lvl6pPr>
            <a:lvl7pPr>
              <a:defRPr sz="1500" b="0">
                <a:solidFill>
                  <a:srgbClr val="637992"/>
                </a:solidFill>
              </a:defRPr>
            </a:lvl7pPr>
            <a:lvl8pPr>
              <a:defRPr sz="1500" b="0">
                <a:solidFill>
                  <a:srgbClr val="637992"/>
                </a:solidFill>
              </a:defRPr>
            </a:lvl8pPr>
            <a:lvl9pPr>
              <a:defRPr sz="1500" b="0">
                <a:solidFill>
                  <a:srgbClr val="637992"/>
                </a:solidFill>
              </a:defRPr>
            </a:lvl9pPr>
          </a:lstStyle>
          <a:p>
            <a:pPr>
              <a:defRPr sz="1500" b="0">
                <a:solidFill>
                  <a:srgbClr val="637992"/>
                </a:solidFill>
              </a:defRPr>
            </a:pPr>
            <a:r>
              <a:rPr lang="en-US" sz="1317"/>
              <a:t>Training satisfaction and collaboration interest · 15 responses</a:t>
            </a:r>
          </a:p>
        </p:txBody>
      </p:sp>
      <p:sp>
        <p:nvSpPr>
          <p:cNvPr id="4" name="矩形 3">
            <a:extLst>
              <a:ext uri="{FF2B5EF4-FFF2-40B4-BE49-F238E27FC236}">
                <a16:creationId xmlns:a16="http://schemas.microsoft.com/office/drawing/2014/main" id="{68E03D4D-8675-4FD8-9CC5-3928EE36D524}"/>
              </a:ext>
            </a:extLst>
          </p:cNvPr>
          <p:cNvSpPr>
            <a:spLocks noGrp="1"/>
          </p:cNvSpPr>
          <p:nvPr/>
        </p:nvSpPr>
        <p:spPr>
          <a:xfrm>
            <a:off x="453602" y="1279207"/>
            <a:ext cx="9798897" cy="16722"/>
          </a:xfrm>
          <a:prstGeom prst="rect">
            <a:avLst/>
          </a:prstGeom>
          <a:solidFill>
            <a:srgbClr val="DCE7F4"/>
          </a:solidFill>
          <a:ln w="0">
            <a:noFill/>
            <a:prstDash val="solid"/>
          </a:ln>
        </p:spPr>
      </p:sp>
      <p:sp>
        <p:nvSpPr>
          <p:cNvPr id="5" name="矩形 4">
            <a:extLst>
              <a:ext uri="{FF2B5EF4-FFF2-40B4-BE49-F238E27FC236}">
                <a16:creationId xmlns:a16="http://schemas.microsoft.com/office/drawing/2014/main" id="{BF4D2F04-C8F0-451D-A4AC-2167046688AF}"/>
              </a:ext>
            </a:extLst>
          </p:cNvPr>
          <p:cNvSpPr>
            <a:spLocks noGrp="1"/>
          </p:cNvSpPr>
          <p:nvPr/>
        </p:nvSpPr>
        <p:spPr>
          <a:xfrm>
            <a:off x="528849" y="1546754"/>
            <a:ext cx="4180417" cy="367877"/>
          </a:xfrm>
          <a:prstGeom prst="rect">
            <a:avLst/>
          </a:prstGeom>
          <a:noFill/>
          <a:ln w="0">
            <a:noFill/>
            <a:prstDash val="solid"/>
          </a:ln>
        </p:spPr>
        <p:txBody>
          <a:bodyPr anchor="ctr"/>
          <a:lstStyle>
            <a:defPPr>
              <a:defRPr sz="2175" b="1">
                <a:solidFill>
                  <a:srgbClr val="173456"/>
                </a:solidFill>
              </a:defRPr>
            </a:defPPr>
            <a:lvl1pPr>
              <a:defRPr sz="2175" b="1">
                <a:solidFill>
                  <a:srgbClr val="173456"/>
                </a:solidFill>
              </a:defRPr>
            </a:lvl1pPr>
            <a:lvl2pPr>
              <a:defRPr sz="2175" b="1">
                <a:solidFill>
                  <a:srgbClr val="173456"/>
                </a:solidFill>
              </a:defRPr>
            </a:lvl2pPr>
            <a:lvl3pPr>
              <a:defRPr sz="2175" b="1">
                <a:solidFill>
                  <a:srgbClr val="173456"/>
                </a:solidFill>
              </a:defRPr>
            </a:lvl3pPr>
            <a:lvl4pPr>
              <a:defRPr sz="2175" b="1">
                <a:solidFill>
                  <a:srgbClr val="173456"/>
                </a:solidFill>
              </a:defRPr>
            </a:lvl4pPr>
            <a:lvl5pPr>
              <a:defRPr sz="2175" b="1">
                <a:solidFill>
                  <a:srgbClr val="173456"/>
                </a:solidFill>
              </a:defRPr>
            </a:lvl5pPr>
            <a:lvl6pPr>
              <a:defRPr sz="2175" b="1">
                <a:solidFill>
                  <a:srgbClr val="173456"/>
                </a:solidFill>
              </a:defRPr>
            </a:lvl6pPr>
            <a:lvl7pPr>
              <a:defRPr sz="2175" b="1">
                <a:solidFill>
                  <a:srgbClr val="173456"/>
                </a:solidFill>
              </a:defRPr>
            </a:lvl7pPr>
            <a:lvl8pPr>
              <a:defRPr sz="2175" b="1">
                <a:solidFill>
                  <a:srgbClr val="173456"/>
                </a:solidFill>
              </a:defRPr>
            </a:lvl8pPr>
            <a:lvl9pPr>
              <a:defRPr sz="2175" b="1">
                <a:solidFill>
                  <a:srgbClr val="173456"/>
                </a:solidFill>
              </a:defRPr>
            </a:lvl9pPr>
          </a:lstStyle>
          <a:p>
            <a:pPr>
              <a:defRPr sz="2175" b="1">
                <a:solidFill>
                  <a:srgbClr val="173456"/>
                </a:solidFill>
              </a:defRPr>
            </a:pPr>
            <a:r>
              <a:rPr lang="en-US" sz="1909"/>
              <a:t>Overall Training Satisfaction</a:t>
            </a:r>
          </a:p>
        </p:txBody>
      </p:sp>
      <p:sp>
        <p:nvSpPr>
          <p:cNvPr id="6" name="矩形 5">
            <a:extLst>
              <a:ext uri="{FF2B5EF4-FFF2-40B4-BE49-F238E27FC236}">
                <a16:creationId xmlns:a16="http://schemas.microsoft.com/office/drawing/2014/main" id="{4A328423-4072-4829-9512-C75201BCEBE5}"/>
              </a:ext>
            </a:extLst>
          </p:cNvPr>
          <p:cNvSpPr>
            <a:spLocks noGrp="1"/>
          </p:cNvSpPr>
          <p:nvPr/>
        </p:nvSpPr>
        <p:spPr>
          <a:xfrm>
            <a:off x="528849" y="2106930"/>
            <a:ext cx="1755775" cy="652145"/>
          </a:xfrm>
          <a:prstGeom prst="rect">
            <a:avLst/>
          </a:prstGeom>
          <a:noFill/>
          <a:ln w="0">
            <a:noFill/>
            <a:prstDash val="solid"/>
          </a:ln>
        </p:spPr>
        <p:txBody>
          <a:bodyPr anchor="ctr"/>
          <a:lstStyle>
            <a:defPPr>
              <a:defRPr sz="4500" b="1">
                <a:solidFill>
                  <a:srgbClr val="4779C8"/>
                </a:solidFill>
              </a:defRPr>
            </a:defPPr>
            <a:lvl1pPr>
              <a:defRPr sz="4500" b="1">
                <a:solidFill>
                  <a:srgbClr val="4779C8"/>
                </a:solidFill>
              </a:defRPr>
            </a:lvl1pPr>
            <a:lvl2pPr>
              <a:defRPr sz="4500" b="1">
                <a:solidFill>
                  <a:srgbClr val="4779C8"/>
                </a:solidFill>
              </a:defRPr>
            </a:lvl2pPr>
            <a:lvl3pPr>
              <a:defRPr sz="4500" b="1">
                <a:solidFill>
                  <a:srgbClr val="4779C8"/>
                </a:solidFill>
              </a:defRPr>
            </a:lvl3pPr>
            <a:lvl4pPr>
              <a:defRPr sz="4500" b="1">
                <a:solidFill>
                  <a:srgbClr val="4779C8"/>
                </a:solidFill>
              </a:defRPr>
            </a:lvl4pPr>
            <a:lvl5pPr>
              <a:defRPr sz="4500" b="1">
                <a:solidFill>
                  <a:srgbClr val="4779C8"/>
                </a:solidFill>
              </a:defRPr>
            </a:lvl5pPr>
            <a:lvl6pPr>
              <a:defRPr sz="4500" b="1">
                <a:solidFill>
                  <a:srgbClr val="4779C8"/>
                </a:solidFill>
              </a:defRPr>
            </a:lvl6pPr>
            <a:lvl7pPr>
              <a:defRPr sz="4500" b="1">
                <a:solidFill>
                  <a:srgbClr val="4779C8"/>
                </a:solidFill>
              </a:defRPr>
            </a:lvl7pPr>
            <a:lvl8pPr>
              <a:defRPr sz="4500" b="1">
                <a:solidFill>
                  <a:srgbClr val="4779C8"/>
                </a:solidFill>
              </a:defRPr>
            </a:lvl8pPr>
            <a:lvl9pPr>
              <a:defRPr sz="4500" b="1">
                <a:solidFill>
                  <a:srgbClr val="4779C8"/>
                </a:solidFill>
              </a:defRPr>
            </a:lvl9pPr>
          </a:lstStyle>
          <a:p>
            <a:pPr>
              <a:defRPr sz="4500" b="1">
                <a:solidFill>
                  <a:srgbClr val="4779C8"/>
                </a:solidFill>
              </a:defRPr>
            </a:pPr>
            <a:r>
              <a:rPr sz="3950"/>
              <a:t>4.53</a:t>
            </a:r>
          </a:p>
        </p:txBody>
      </p:sp>
      <p:sp>
        <p:nvSpPr>
          <p:cNvPr id="7" name="矩形 6">
            <a:extLst>
              <a:ext uri="{FF2B5EF4-FFF2-40B4-BE49-F238E27FC236}">
                <a16:creationId xmlns:a16="http://schemas.microsoft.com/office/drawing/2014/main" id="{5837A633-6E8F-45D0-A05C-82399F909D88}"/>
              </a:ext>
            </a:extLst>
          </p:cNvPr>
          <p:cNvSpPr>
            <a:spLocks noGrp="1"/>
          </p:cNvSpPr>
          <p:nvPr/>
        </p:nvSpPr>
        <p:spPr>
          <a:xfrm>
            <a:off x="2259542" y="2324312"/>
            <a:ext cx="752475" cy="334433"/>
          </a:xfrm>
          <a:prstGeom prst="rect">
            <a:avLst/>
          </a:prstGeom>
          <a:noFill/>
          <a:ln w="0">
            <a:noFill/>
            <a:prstDash val="solid"/>
          </a:ln>
        </p:spPr>
        <p:txBody>
          <a:bodyPr anchor="ctr"/>
          <a:lstStyle>
            <a:defPPr>
              <a:defRPr sz="2100" b="1">
                <a:solidFill>
                  <a:srgbClr val="4779C8"/>
                </a:solidFill>
              </a:defRPr>
            </a:defPPr>
            <a:lvl1pPr>
              <a:defRPr sz="2100" b="1">
                <a:solidFill>
                  <a:srgbClr val="4779C8"/>
                </a:solidFill>
              </a:defRPr>
            </a:lvl1pPr>
            <a:lvl2pPr>
              <a:defRPr sz="2100" b="1">
                <a:solidFill>
                  <a:srgbClr val="4779C8"/>
                </a:solidFill>
              </a:defRPr>
            </a:lvl2pPr>
            <a:lvl3pPr>
              <a:defRPr sz="2100" b="1">
                <a:solidFill>
                  <a:srgbClr val="4779C8"/>
                </a:solidFill>
              </a:defRPr>
            </a:lvl3pPr>
            <a:lvl4pPr>
              <a:defRPr sz="2100" b="1">
                <a:solidFill>
                  <a:srgbClr val="4779C8"/>
                </a:solidFill>
              </a:defRPr>
            </a:lvl4pPr>
            <a:lvl5pPr>
              <a:defRPr sz="2100" b="1">
                <a:solidFill>
                  <a:srgbClr val="4779C8"/>
                </a:solidFill>
              </a:defRPr>
            </a:lvl5pPr>
            <a:lvl6pPr>
              <a:defRPr sz="2100" b="1">
                <a:solidFill>
                  <a:srgbClr val="4779C8"/>
                </a:solidFill>
              </a:defRPr>
            </a:lvl6pPr>
            <a:lvl7pPr>
              <a:defRPr sz="2100" b="1">
                <a:solidFill>
                  <a:srgbClr val="4779C8"/>
                </a:solidFill>
              </a:defRPr>
            </a:lvl7pPr>
            <a:lvl8pPr>
              <a:defRPr sz="2100" b="1">
                <a:solidFill>
                  <a:srgbClr val="4779C8"/>
                </a:solidFill>
              </a:defRPr>
            </a:lvl8pPr>
            <a:lvl9pPr>
              <a:defRPr sz="2100" b="1">
                <a:solidFill>
                  <a:srgbClr val="4779C8"/>
                </a:solidFill>
              </a:defRPr>
            </a:lvl9pPr>
          </a:lstStyle>
          <a:p>
            <a:pPr>
              <a:defRPr sz="2100" b="1">
                <a:solidFill>
                  <a:srgbClr val="4779C8"/>
                </a:solidFill>
              </a:defRPr>
            </a:pPr>
            <a:r>
              <a:rPr sz="1843"/>
              <a:t>/ 5</a:t>
            </a:r>
          </a:p>
        </p:txBody>
      </p:sp>
      <p:sp>
        <p:nvSpPr>
          <p:cNvPr id="8" name="矩形 7">
            <a:extLst>
              <a:ext uri="{FF2B5EF4-FFF2-40B4-BE49-F238E27FC236}">
                <a16:creationId xmlns:a16="http://schemas.microsoft.com/office/drawing/2014/main" id="{EE65AFDD-8C3B-4126-802C-82DBABA953CF}"/>
              </a:ext>
            </a:extLst>
          </p:cNvPr>
          <p:cNvSpPr>
            <a:spLocks noGrp="1"/>
          </p:cNvSpPr>
          <p:nvPr/>
        </p:nvSpPr>
        <p:spPr>
          <a:xfrm>
            <a:off x="545571" y="2767436"/>
            <a:ext cx="2048404" cy="284268"/>
          </a:xfrm>
          <a:prstGeom prst="rect">
            <a:avLst/>
          </a:prstGeom>
          <a:noFill/>
          <a:ln w="0">
            <a:noFill/>
            <a:prstDash val="solid"/>
          </a:ln>
        </p:spPr>
        <p:txBody>
          <a:bodyPr anchor="ctr"/>
          <a:lstStyle>
            <a:defPPr>
              <a:defRPr sz="1575" b="0">
                <a:solidFill>
                  <a:srgbClr val="526C86"/>
                </a:solidFill>
              </a:defRPr>
            </a:defPPr>
            <a:lvl1pPr>
              <a:defRPr sz="1575" b="0">
                <a:solidFill>
                  <a:srgbClr val="526C86"/>
                </a:solidFill>
              </a:defRPr>
            </a:lvl1pPr>
            <a:lvl2pPr>
              <a:defRPr sz="1575" b="0">
                <a:solidFill>
                  <a:srgbClr val="526C86"/>
                </a:solidFill>
              </a:defRPr>
            </a:lvl2pPr>
            <a:lvl3pPr>
              <a:defRPr sz="1575" b="0">
                <a:solidFill>
                  <a:srgbClr val="526C86"/>
                </a:solidFill>
              </a:defRPr>
            </a:lvl3pPr>
            <a:lvl4pPr>
              <a:defRPr sz="1575" b="0">
                <a:solidFill>
                  <a:srgbClr val="526C86"/>
                </a:solidFill>
              </a:defRPr>
            </a:lvl4pPr>
            <a:lvl5pPr>
              <a:defRPr sz="1575" b="0">
                <a:solidFill>
                  <a:srgbClr val="526C86"/>
                </a:solidFill>
              </a:defRPr>
            </a:lvl5pPr>
            <a:lvl6pPr>
              <a:defRPr sz="1575" b="0">
                <a:solidFill>
                  <a:srgbClr val="526C86"/>
                </a:solidFill>
              </a:defRPr>
            </a:lvl6pPr>
            <a:lvl7pPr>
              <a:defRPr sz="1575" b="0">
                <a:solidFill>
                  <a:srgbClr val="526C86"/>
                </a:solidFill>
              </a:defRPr>
            </a:lvl7pPr>
            <a:lvl8pPr>
              <a:defRPr sz="1575" b="0">
                <a:solidFill>
                  <a:srgbClr val="526C86"/>
                </a:solidFill>
              </a:defRPr>
            </a:lvl8pPr>
            <a:lvl9pPr>
              <a:defRPr sz="1575" b="0">
                <a:solidFill>
                  <a:srgbClr val="526C86"/>
                </a:solidFill>
              </a:defRPr>
            </a:lvl9pPr>
          </a:lstStyle>
          <a:p>
            <a:pPr>
              <a:defRPr sz="1575" b="0">
                <a:solidFill>
                  <a:srgbClr val="526C86"/>
                </a:solidFill>
              </a:defRPr>
            </a:pPr>
            <a:r>
              <a:rPr lang="en-US" sz="1383"/>
              <a:t>Average score</a:t>
            </a:r>
          </a:p>
        </p:txBody>
      </p:sp>
      <p:sp>
        <p:nvSpPr>
          <p:cNvPr id="16" name="矩形 15">
            <a:extLst>
              <a:ext uri="{FF2B5EF4-FFF2-40B4-BE49-F238E27FC236}">
                <a16:creationId xmlns:a16="http://schemas.microsoft.com/office/drawing/2014/main" id="{97684A6A-DD15-4B89-AE94-EBE3392EDACC}"/>
              </a:ext>
            </a:extLst>
          </p:cNvPr>
          <p:cNvSpPr>
            <a:spLocks noGrp="1"/>
          </p:cNvSpPr>
          <p:nvPr/>
        </p:nvSpPr>
        <p:spPr>
          <a:xfrm>
            <a:off x="5336328" y="1546754"/>
            <a:ext cx="16722" cy="3578437"/>
          </a:xfrm>
          <a:prstGeom prst="rect">
            <a:avLst/>
          </a:prstGeom>
          <a:solidFill>
            <a:srgbClr val="DCE7F4"/>
          </a:solidFill>
          <a:ln w="0">
            <a:noFill/>
            <a:prstDash val="solid"/>
          </a:ln>
        </p:spPr>
      </p:sp>
      <p:sp>
        <p:nvSpPr>
          <p:cNvPr id="17" name="矩形 16">
            <a:extLst>
              <a:ext uri="{FF2B5EF4-FFF2-40B4-BE49-F238E27FC236}">
                <a16:creationId xmlns:a16="http://schemas.microsoft.com/office/drawing/2014/main" id="{EA03F675-5E5C-4750-BD09-E9D68DFD4725}"/>
              </a:ext>
            </a:extLst>
          </p:cNvPr>
          <p:cNvSpPr>
            <a:spLocks noGrp="1"/>
          </p:cNvSpPr>
          <p:nvPr/>
        </p:nvSpPr>
        <p:spPr>
          <a:xfrm>
            <a:off x="5687483" y="1546754"/>
            <a:ext cx="4264025" cy="367877"/>
          </a:xfrm>
          <a:prstGeom prst="rect">
            <a:avLst/>
          </a:prstGeom>
          <a:noFill/>
          <a:ln w="0">
            <a:noFill/>
            <a:prstDash val="solid"/>
          </a:ln>
        </p:spPr>
        <p:txBody>
          <a:bodyPr anchor="ctr"/>
          <a:lstStyle>
            <a:defPPr>
              <a:defRPr sz="2175" b="1">
                <a:solidFill>
                  <a:srgbClr val="173456"/>
                </a:solidFill>
              </a:defRPr>
            </a:defPPr>
            <a:lvl1pPr>
              <a:defRPr sz="2175" b="1">
                <a:solidFill>
                  <a:srgbClr val="173456"/>
                </a:solidFill>
              </a:defRPr>
            </a:lvl1pPr>
            <a:lvl2pPr>
              <a:defRPr sz="2175" b="1">
                <a:solidFill>
                  <a:srgbClr val="173456"/>
                </a:solidFill>
              </a:defRPr>
            </a:lvl2pPr>
            <a:lvl3pPr>
              <a:defRPr sz="2175" b="1">
                <a:solidFill>
                  <a:srgbClr val="173456"/>
                </a:solidFill>
              </a:defRPr>
            </a:lvl3pPr>
            <a:lvl4pPr>
              <a:defRPr sz="2175" b="1">
                <a:solidFill>
                  <a:srgbClr val="173456"/>
                </a:solidFill>
              </a:defRPr>
            </a:lvl4pPr>
            <a:lvl5pPr>
              <a:defRPr sz="2175" b="1">
                <a:solidFill>
                  <a:srgbClr val="173456"/>
                </a:solidFill>
              </a:defRPr>
            </a:lvl5pPr>
            <a:lvl6pPr>
              <a:defRPr sz="2175" b="1">
                <a:solidFill>
                  <a:srgbClr val="173456"/>
                </a:solidFill>
              </a:defRPr>
            </a:lvl6pPr>
            <a:lvl7pPr>
              <a:defRPr sz="2175" b="1">
                <a:solidFill>
                  <a:srgbClr val="173456"/>
                </a:solidFill>
              </a:defRPr>
            </a:lvl7pPr>
            <a:lvl8pPr>
              <a:defRPr sz="2175" b="1">
                <a:solidFill>
                  <a:srgbClr val="173456"/>
                </a:solidFill>
              </a:defRPr>
            </a:lvl8pPr>
            <a:lvl9pPr>
              <a:defRPr sz="2175" b="1">
                <a:solidFill>
                  <a:srgbClr val="173456"/>
                </a:solidFill>
              </a:defRPr>
            </a:lvl9pPr>
          </a:lstStyle>
          <a:p>
            <a:pPr>
              <a:defRPr sz="2175" b="1">
                <a:solidFill>
                  <a:srgbClr val="173456"/>
                </a:solidFill>
              </a:defRPr>
            </a:pPr>
            <a:r>
              <a:rPr lang="en-US" sz="1909"/>
              <a:t>Interest in Further Collaboration</a:t>
            </a:r>
          </a:p>
        </p:txBody>
      </p:sp>
      <p:sp>
        <p:nvSpPr>
          <p:cNvPr id="18" name="矩形 17">
            <a:extLst>
              <a:ext uri="{FF2B5EF4-FFF2-40B4-BE49-F238E27FC236}">
                <a16:creationId xmlns:a16="http://schemas.microsoft.com/office/drawing/2014/main" id="{4D505891-ED7D-4CDD-923B-C982C353A054}"/>
              </a:ext>
            </a:extLst>
          </p:cNvPr>
          <p:cNvSpPr>
            <a:spLocks noGrp="1"/>
          </p:cNvSpPr>
          <p:nvPr/>
        </p:nvSpPr>
        <p:spPr>
          <a:xfrm>
            <a:off x="5687483" y="2106930"/>
            <a:ext cx="3929592" cy="652145"/>
          </a:xfrm>
          <a:prstGeom prst="rect">
            <a:avLst/>
          </a:prstGeom>
          <a:noFill/>
          <a:ln w="0">
            <a:noFill/>
            <a:prstDash val="solid"/>
          </a:ln>
        </p:spPr>
        <p:txBody>
          <a:bodyPr anchor="ctr"/>
          <a:lstStyle>
            <a:defPPr>
              <a:defRPr sz="4500" b="1">
                <a:solidFill>
                  <a:srgbClr val="2D9DA2"/>
                </a:solidFill>
              </a:defRPr>
            </a:defPPr>
            <a:lvl1pPr>
              <a:defRPr sz="4500" b="1">
                <a:solidFill>
                  <a:srgbClr val="2D9DA2"/>
                </a:solidFill>
              </a:defRPr>
            </a:lvl1pPr>
            <a:lvl2pPr>
              <a:defRPr sz="4500" b="1">
                <a:solidFill>
                  <a:srgbClr val="2D9DA2"/>
                </a:solidFill>
              </a:defRPr>
            </a:lvl2pPr>
            <a:lvl3pPr>
              <a:defRPr sz="4500" b="1">
                <a:solidFill>
                  <a:srgbClr val="2D9DA2"/>
                </a:solidFill>
              </a:defRPr>
            </a:lvl3pPr>
            <a:lvl4pPr>
              <a:defRPr sz="4500" b="1">
                <a:solidFill>
                  <a:srgbClr val="2D9DA2"/>
                </a:solidFill>
              </a:defRPr>
            </a:lvl4pPr>
            <a:lvl5pPr>
              <a:defRPr sz="4500" b="1">
                <a:solidFill>
                  <a:srgbClr val="2D9DA2"/>
                </a:solidFill>
              </a:defRPr>
            </a:lvl5pPr>
            <a:lvl6pPr>
              <a:defRPr sz="4500" b="1">
                <a:solidFill>
                  <a:srgbClr val="2D9DA2"/>
                </a:solidFill>
              </a:defRPr>
            </a:lvl6pPr>
            <a:lvl7pPr>
              <a:defRPr sz="4500" b="1">
                <a:solidFill>
                  <a:srgbClr val="2D9DA2"/>
                </a:solidFill>
              </a:defRPr>
            </a:lvl7pPr>
            <a:lvl8pPr>
              <a:defRPr sz="4500" b="1">
                <a:solidFill>
                  <a:srgbClr val="2D9DA2"/>
                </a:solidFill>
              </a:defRPr>
            </a:lvl8pPr>
            <a:lvl9pPr>
              <a:defRPr sz="4500" b="1">
                <a:solidFill>
                  <a:srgbClr val="2D9DA2"/>
                </a:solidFill>
              </a:defRPr>
            </a:lvl9pPr>
          </a:lstStyle>
          <a:p>
            <a:pPr>
              <a:defRPr sz="4500" b="1">
                <a:solidFill>
                  <a:srgbClr val="2D9DA2"/>
                </a:solidFill>
              </a:defRPr>
            </a:pPr>
            <a:r>
              <a:rPr sz="3950"/>
              <a:t>86.7%</a:t>
            </a:r>
          </a:p>
        </p:txBody>
      </p:sp>
      <p:sp>
        <p:nvSpPr>
          <p:cNvPr id="26" name="矩形 25">
            <a:extLst>
              <a:ext uri="{FF2B5EF4-FFF2-40B4-BE49-F238E27FC236}">
                <a16:creationId xmlns:a16="http://schemas.microsoft.com/office/drawing/2014/main" id="{A042DC6B-7219-4996-9C5E-82B1FEDA6774}"/>
              </a:ext>
            </a:extLst>
          </p:cNvPr>
          <p:cNvSpPr>
            <a:spLocks noGrp="1"/>
          </p:cNvSpPr>
          <p:nvPr/>
        </p:nvSpPr>
        <p:spPr>
          <a:xfrm>
            <a:off x="453602" y="5317490"/>
            <a:ext cx="9798897" cy="16722"/>
          </a:xfrm>
          <a:prstGeom prst="rect">
            <a:avLst/>
          </a:prstGeom>
          <a:solidFill>
            <a:srgbClr val="DCE7F4"/>
          </a:solidFill>
          <a:ln w="0">
            <a:noFill/>
            <a:prstDash val="solid"/>
          </a:ln>
        </p:spPr>
      </p:sp>
      <p:sp>
        <p:nvSpPr>
          <p:cNvPr id="27" name="矩形 26">
            <a:extLst>
              <a:ext uri="{FF2B5EF4-FFF2-40B4-BE49-F238E27FC236}">
                <a16:creationId xmlns:a16="http://schemas.microsoft.com/office/drawing/2014/main" id="{7B5834FC-578C-491D-91BA-BC931D41B9F2}"/>
              </a:ext>
            </a:extLst>
          </p:cNvPr>
          <p:cNvSpPr>
            <a:spLocks noGrp="1"/>
          </p:cNvSpPr>
          <p:nvPr/>
        </p:nvSpPr>
        <p:spPr>
          <a:xfrm>
            <a:off x="470323" y="5459624"/>
            <a:ext cx="9447742" cy="351155"/>
          </a:xfrm>
          <a:prstGeom prst="rect">
            <a:avLst/>
          </a:prstGeom>
          <a:noFill/>
          <a:ln w="0">
            <a:noFill/>
            <a:prstDash val="solid"/>
          </a:ln>
        </p:spPr>
        <p:txBody>
          <a:bodyPr anchor="ctr"/>
          <a:lstStyle>
            <a:defPPr>
              <a:defRPr sz="1725" b="1">
                <a:solidFill>
                  <a:srgbClr val="173456"/>
                </a:solidFill>
              </a:defRPr>
            </a:defPPr>
            <a:lvl1pPr>
              <a:defRPr sz="1725" b="1">
                <a:solidFill>
                  <a:srgbClr val="173456"/>
                </a:solidFill>
              </a:defRPr>
            </a:lvl1pPr>
            <a:lvl2pPr>
              <a:defRPr sz="1725" b="1">
                <a:solidFill>
                  <a:srgbClr val="173456"/>
                </a:solidFill>
              </a:defRPr>
            </a:lvl2pPr>
            <a:lvl3pPr>
              <a:defRPr sz="1725" b="1">
                <a:solidFill>
                  <a:srgbClr val="173456"/>
                </a:solidFill>
              </a:defRPr>
            </a:lvl3pPr>
            <a:lvl4pPr>
              <a:defRPr sz="1725" b="1">
                <a:solidFill>
                  <a:srgbClr val="173456"/>
                </a:solidFill>
              </a:defRPr>
            </a:lvl4pPr>
            <a:lvl5pPr>
              <a:defRPr sz="1725" b="1">
                <a:solidFill>
                  <a:srgbClr val="173456"/>
                </a:solidFill>
              </a:defRPr>
            </a:lvl5pPr>
            <a:lvl6pPr>
              <a:defRPr sz="1725" b="1">
                <a:solidFill>
                  <a:srgbClr val="173456"/>
                </a:solidFill>
              </a:defRPr>
            </a:lvl6pPr>
            <a:lvl7pPr>
              <a:defRPr sz="1725" b="1">
                <a:solidFill>
                  <a:srgbClr val="173456"/>
                </a:solidFill>
              </a:defRPr>
            </a:lvl7pPr>
            <a:lvl8pPr>
              <a:defRPr sz="1725" b="1">
                <a:solidFill>
                  <a:srgbClr val="173456"/>
                </a:solidFill>
              </a:defRPr>
            </a:lvl8pPr>
            <a:lvl9pPr>
              <a:defRPr sz="1725" b="1">
                <a:solidFill>
                  <a:srgbClr val="173456"/>
                </a:solidFill>
              </a:defRPr>
            </a:lvl9pPr>
          </a:lstStyle>
          <a:p>
            <a:pPr>
              <a:defRPr sz="1725" b="1">
                <a:solidFill>
                  <a:srgbClr val="173456"/>
                </a:solidFill>
              </a:defRPr>
            </a:pPr>
            <a:r>
              <a:rPr lang="en-US" sz="1514"/>
              <a:t>High satisfaction supports future cooperation in teaching, talent development, and research.</a:t>
            </a:r>
          </a:p>
        </p:txBody>
      </p:sp>
      <p:pic>
        <p:nvPicPr>
          <p:cNvPr id="29" name="图片 28">
            <a:extLst>
              <a:ext uri="{FF2B5EF4-FFF2-40B4-BE49-F238E27FC236}">
                <a16:creationId xmlns:a16="http://schemas.microsoft.com/office/drawing/2014/main" id="{47984460-EE32-4C7B-98D5-DDF4B5F3EF49}"/>
              </a:ext>
            </a:extLst>
          </p:cNvPr>
          <p:cNvPicPr>
            <a:picLocks noChangeAspect="1"/>
          </p:cNvPicPr>
          <p:nvPr/>
        </p:nvPicPr>
        <p:blipFill rotWithShape="1">
          <a:blip r:embed="rId3"/>
          <a:srcRect l="455" t="3613" r="68550" b="21510"/>
          <a:stretch/>
        </p:blipFill>
        <p:spPr>
          <a:xfrm>
            <a:off x="2004858" y="3009900"/>
            <a:ext cx="2746212" cy="2229639"/>
          </a:xfrm>
          <a:prstGeom prst="rect">
            <a:avLst/>
          </a:prstGeom>
        </p:spPr>
      </p:pic>
      <p:pic>
        <p:nvPicPr>
          <p:cNvPr id="30" name="图片 29">
            <a:extLst>
              <a:ext uri="{FF2B5EF4-FFF2-40B4-BE49-F238E27FC236}">
                <a16:creationId xmlns:a16="http://schemas.microsoft.com/office/drawing/2014/main" id="{E290CFD5-BECE-4415-90B9-FADAEB0B79D7}"/>
              </a:ext>
            </a:extLst>
          </p:cNvPr>
          <p:cNvPicPr>
            <a:picLocks noChangeAspect="1"/>
          </p:cNvPicPr>
          <p:nvPr/>
        </p:nvPicPr>
        <p:blipFill rotWithShape="1">
          <a:blip r:embed="rId4"/>
          <a:srcRect l="2364" t="2975" r="4143" b="15730"/>
          <a:stretch/>
        </p:blipFill>
        <p:spPr>
          <a:xfrm>
            <a:off x="7216197" y="2319166"/>
            <a:ext cx="3429268" cy="2944391"/>
          </a:xfrm>
          <a:prstGeom prst="rect">
            <a:avLst/>
          </a:prstGeom>
        </p:spPr>
      </p:pic>
    </p:spTree>
    <p:extLst>
      <p:ext uri="{BB962C8B-B14F-4D97-AF65-F5344CB8AC3E}">
        <p14:creationId xmlns:p14="http://schemas.microsoft.com/office/powerpoint/2010/main" val="608891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DB75DAD7-0FC7-4694-B493-12C1BF804C90}"/>
              </a:ext>
            </a:extLst>
          </p:cNvPr>
          <p:cNvSpPr>
            <a:spLocks noGrp="1"/>
          </p:cNvSpPr>
          <p:nvPr/>
        </p:nvSpPr>
        <p:spPr>
          <a:xfrm>
            <a:off x="2117" y="0"/>
            <a:ext cx="10701867" cy="75248"/>
          </a:xfrm>
          <a:prstGeom prst="rect">
            <a:avLst/>
          </a:prstGeom>
          <a:solidFill>
            <a:srgbClr val="4779C8"/>
          </a:solidFill>
          <a:ln w="0">
            <a:noFill/>
            <a:prstDash val="solid"/>
          </a:ln>
        </p:spPr>
      </p:sp>
      <p:sp>
        <p:nvSpPr>
          <p:cNvPr id="2" name="矩形 1">
            <a:extLst>
              <a:ext uri="{FF2B5EF4-FFF2-40B4-BE49-F238E27FC236}">
                <a16:creationId xmlns:a16="http://schemas.microsoft.com/office/drawing/2014/main" id="{F705F046-306F-4DA7-9288-716AF883FDF7}"/>
              </a:ext>
            </a:extLst>
          </p:cNvPr>
          <p:cNvSpPr>
            <a:spLocks noGrp="1"/>
          </p:cNvSpPr>
          <p:nvPr/>
        </p:nvSpPr>
        <p:spPr>
          <a:xfrm>
            <a:off x="453602" y="275908"/>
            <a:ext cx="9798897" cy="501650"/>
          </a:xfrm>
          <a:prstGeom prst="rect">
            <a:avLst/>
          </a:prstGeom>
          <a:noFill/>
          <a:ln w="0">
            <a:noFill/>
            <a:prstDash val="solid"/>
          </a:ln>
        </p:spPr>
        <p:txBody>
          <a:bodyPr anchor="ctr"/>
          <a:lstStyle>
            <a:defPPr algn="l">
              <a:defRPr sz="2925" b="1">
                <a:solidFill>
                  <a:srgbClr val="173456"/>
                </a:solidFill>
              </a:defRPr>
            </a:defPPr>
            <a:lvl1pPr algn="l">
              <a:defRPr sz="2925" b="1">
                <a:solidFill>
                  <a:srgbClr val="173456"/>
                </a:solidFill>
              </a:defRPr>
            </a:lvl1pPr>
            <a:lvl2pPr algn="l">
              <a:defRPr sz="2925" b="1">
                <a:solidFill>
                  <a:srgbClr val="173456"/>
                </a:solidFill>
              </a:defRPr>
            </a:lvl2pPr>
            <a:lvl3pPr algn="l">
              <a:defRPr sz="2925" b="1">
                <a:solidFill>
                  <a:srgbClr val="173456"/>
                </a:solidFill>
              </a:defRPr>
            </a:lvl3pPr>
            <a:lvl4pPr algn="l">
              <a:defRPr sz="2925" b="1">
                <a:solidFill>
                  <a:srgbClr val="173456"/>
                </a:solidFill>
              </a:defRPr>
            </a:lvl4pPr>
            <a:lvl5pPr algn="l">
              <a:defRPr sz="2925" b="1">
                <a:solidFill>
                  <a:srgbClr val="173456"/>
                </a:solidFill>
              </a:defRPr>
            </a:lvl5pPr>
            <a:lvl6pPr algn="l">
              <a:defRPr sz="2925" b="1">
                <a:solidFill>
                  <a:srgbClr val="173456"/>
                </a:solidFill>
              </a:defRPr>
            </a:lvl6pPr>
            <a:lvl7pPr algn="l">
              <a:defRPr sz="2925" b="1">
                <a:solidFill>
                  <a:srgbClr val="173456"/>
                </a:solidFill>
              </a:defRPr>
            </a:lvl7pPr>
            <a:lvl8pPr algn="l">
              <a:defRPr sz="2925" b="1">
                <a:solidFill>
                  <a:srgbClr val="173456"/>
                </a:solidFill>
              </a:defRPr>
            </a:lvl8pPr>
            <a:lvl9pPr algn="l">
              <a:defRPr sz="2925" b="1">
                <a:solidFill>
                  <a:srgbClr val="173456"/>
                </a:solidFill>
              </a:defRPr>
            </a:lvl9pPr>
          </a:lstStyle>
          <a:p>
            <a:pPr algn="l">
              <a:defRPr sz="2925" b="1">
                <a:solidFill>
                  <a:srgbClr val="173456"/>
                </a:solidFill>
              </a:defRPr>
            </a:pPr>
            <a:r>
              <a:rPr lang="en-US" sz="2568" dirty="0" err="1"/>
              <a:t>AI Computing Foundations: Chips, Software, and Talent</a:t>
            </a:r>
            <a:endParaRPr sz="2568" dirty="0"/>
          </a:p>
        </p:txBody>
      </p:sp>
      <p:sp>
        <p:nvSpPr>
          <p:cNvPr id="3" name="矩形 2">
            <a:extLst>
              <a:ext uri="{FF2B5EF4-FFF2-40B4-BE49-F238E27FC236}">
                <a16:creationId xmlns:a16="http://schemas.microsoft.com/office/drawing/2014/main" id="{EE458086-8847-4213-9229-A4D85E5117B1}"/>
              </a:ext>
            </a:extLst>
          </p:cNvPr>
          <p:cNvSpPr>
            <a:spLocks noGrp="1"/>
          </p:cNvSpPr>
          <p:nvPr/>
        </p:nvSpPr>
        <p:spPr>
          <a:xfrm>
            <a:off x="470324" y="852806"/>
            <a:ext cx="9364133" cy="292629"/>
          </a:xfrm>
          <a:prstGeom prst="rect">
            <a:avLst/>
          </a:prstGeom>
          <a:noFill/>
          <a:ln w="0">
            <a:noFill/>
            <a:prstDash val="solid"/>
          </a:ln>
        </p:spPr>
        <p:txBody>
          <a:bodyPr anchor="ctr"/>
          <a:lstStyle>
            <a:defPPr algn="l">
              <a:defRPr sz="1500" b="0">
                <a:solidFill>
                  <a:srgbClr val="61758E"/>
                </a:solidFill>
              </a:defRPr>
            </a:defPPr>
            <a:lvl1pPr algn="l">
              <a:defRPr sz="1500" b="0">
                <a:solidFill>
                  <a:srgbClr val="61758E"/>
                </a:solidFill>
              </a:defRPr>
            </a:lvl1pPr>
            <a:lvl2pPr algn="l">
              <a:defRPr sz="1500" b="0">
                <a:solidFill>
                  <a:srgbClr val="61758E"/>
                </a:solidFill>
              </a:defRPr>
            </a:lvl2pPr>
            <a:lvl3pPr algn="l">
              <a:defRPr sz="1500" b="0">
                <a:solidFill>
                  <a:srgbClr val="61758E"/>
                </a:solidFill>
              </a:defRPr>
            </a:lvl3pPr>
            <a:lvl4pPr algn="l">
              <a:defRPr sz="1500" b="0">
                <a:solidFill>
                  <a:srgbClr val="61758E"/>
                </a:solidFill>
              </a:defRPr>
            </a:lvl4pPr>
            <a:lvl5pPr algn="l">
              <a:defRPr sz="1500" b="0">
                <a:solidFill>
                  <a:srgbClr val="61758E"/>
                </a:solidFill>
              </a:defRPr>
            </a:lvl5pPr>
            <a:lvl6pPr algn="l">
              <a:defRPr sz="1500" b="0">
                <a:solidFill>
                  <a:srgbClr val="61758E"/>
                </a:solidFill>
              </a:defRPr>
            </a:lvl6pPr>
            <a:lvl7pPr algn="l">
              <a:defRPr sz="1500" b="0">
                <a:solidFill>
                  <a:srgbClr val="61758E"/>
                </a:solidFill>
              </a:defRPr>
            </a:lvl7pPr>
            <a:lvl8pPr algn="l">
              <a:defRPr sz="1500" b="0">
                <a:solidFill>
                  <a:srgbClr val="61758E"/>
                </a:solidFill>
              </a:defRPr>
            </a:lvl8pPr>
            <a:lvl9pPr algn="l">
              <a:defRPr sz="1500" b="0">
                <a:solidFill>
                  <a:srgbClr val="61758E"/>
                </a:solidFill>
              </a:defRPr>
            </a:lvl9pPr>
          </a:lstStyle>
          <a:p>
            <a:pPr algn="l">
              <a:defRPr sz="1500" b="0">
                <a:solidFill>
                  <a:srgbClr val="61758E"/>
                </a:solidFill>
              </a:defRPr>
            </a:pPr>
            <a:r>
              <a:rPr lang="en-US" sz="1317"/>
              <a:t>From new compute needs to cross-architecture reuse and sustained talent development</a:t>
            </a:r>
          </a:p>
        </p:txBody>
      </p:sp>
      <p:sp>
        <p:nvSpPr>
          <p:cNvPr id="4" name="矩形 3">
            <a:extLst>
              <a:ext uri="{FF2B5EF4-FFF2-40B4-BE49-F238E27FC236}">
                <a16:creationId xmlns:a16="http://schemas.microsoft.com/office/drawing/2014/main" id="{07CC7354-2F6B-4873-9719-01E2E111F948}"/>
              </a:ext>
            </a:extLst>
          </p:cNvPr>
          <p:cNvSpPr>
            <a:spLocks noGrp="1"/>
          </p:cNvSpPr>
          <p:nvPr/>
        </p:nvSpPr>
        <p:spPr>
          <a:xfrm>
            <a:off x="453602" y="1312651"/>
            <a:ext cx="9798897" cy="16722"/>
          </a:xfrm>
          <a:prstGeom prst="rect">
            <a:avLst/>
          </a:prstGeom>
          <a:solidFill>
            <a:srgbClr val="DCE7F4"/>
          </a:solidFill>
          <a:ln w="0">
            <a:noFill/>
            <a:prstDash val="solid"/>
          </a:ln>
        </p:spPr>
      </p:sp>
      <p:sp>
        <p:nvSpPr>
          <p:cNvPr id="5" name="矩形 4">
            <a:extLst>
              <a:ext uri="{FF2B5EF4-FFF2-40B4-BE49-F238E27FC236}">
                <a16:creationId xmlns:a16="http://schemas.microsoft.com/office/drawing/2014/main" id="{8223E864-DE05-442F-BAE0-115A26C60C08}"/>
              </a:ext>
            </a:extLst>
          </p:cNvPr>
          <p:cNvSpPr>
            <a:spLocks noGrp="1"/>
          </p:cNvSpPr>
          <p:nvPr/>
        </p:nvSpPr>
        <p:spPr>
          <a:xfrm>
            <a:off x="470323" y="1546754"/>
            <a:ext cx="802640" cy="518372"/>
          </a:xfrm>
          <a:prstGeom prst="rect">
            <a:avLst/>
          </a:prstGeom>
          <a:noFill/>
          <a:ln w="0">
            <a:noFill/>
            <a:prstDash val="solid"/>
          </a:ln>
        </p:spPr>
        <p:txBody>
          <a:bodyPr anchor="ctr"/>
          <a:lstStyle>
            <a:defPPr algn="l">
              <a:defRPr sz="3300" b="1">
                <a:solidFill>
                  <a:srgbClr val="4779C8"/>
                </a:solidFill>
              </a:defRPr>
            </a:defPPr>
            <a:lvl1pPr algn="l">
              <a:defRPr sz="3300" b="1">
                <a:solidFill>
                  <a:srgbClr val="4779C8"/>
                </a:solidFill>
              </a:defRPr>
            </a:lvl1pPr>
            <a:lvl2pPr algn="l">
              <a:defRPr sz="3300" b="1">
                <a:solidFill>
                  <a:srgbClr val="4779C8"/>
                </a:solidFill>
              </a:defRPr>
            </a:lvl2pPr>
            <a:lvl3pPr algn="l">
              <a:defRPr sz="3300" b="1">
                <a:solidFill>
                  <a:srgbClr val="4779C8"/>
                </a:solidFill>
              </a:defRPr>
            </a:lvl3pPr>
            <a:lvl4pPr algn="l">
              <a:defRPr sz="3300" b="1">
                <a:solidFill>
                  <a:srgbClr val="4779C8"/>
                </a:solidFill>
              </a:defRPr>
            </a:lvl4pPr>
            <a:lvl5pPr algn="l">
              <a:defRPr sz="3300" b="1">
                <a:solidFill>
                  <a:srgbClr val="4779C8"/>
                </a:solidFill>
              </a:defRPr>
            </a:lvl5pPr>
            <a:lvl6pPr algn="l">
              <a:defRPr sz="3300" b="1">
                <a:solidFill>
                  <a:srgbClr val="4779C8"/>
                </a:solidFill>
              </a:defRPr>
            </a:lvl6pPr>
            <a:lvl7pPr algn="l">
              <a:defRPr sz="3300" b="1">
                <a:solidFill>
                  <a:srgbClr val="4779C8"/>
                </a:solidFill>
              </a:defRPr>
            </a:lvl7pPr>
            <a:lvl8pPr algn="l">
              <a:defRPr sz="3300" b="1">
                <a:solidFill>
                  <a:srgbClr val="4779C8"/>
                </a:solidFill>
              </a:defRPr>
            </a:lvl8pPr>
            <a:lvl9pPr algn="l">
              <a:defRPr sz="3300" b="1">
                <a:solidFill>
                  <a:srgbClr val="4779C8"/>
                </a:solidFill>
              </a:defRPr>
            </a:lvl9pPr>
          </a:lstStyle>
          <a:p>
            <a:pPr algn="l">
              <a:defRPr sz="3300" b="1">
                <a:solidFill>
                  <a:srgbClr val="4779C8"/>
                </a:solidFill>
              </a:defRPr>
            </a:pPr>
            <a:r>
              <a:rPr sz="2897"/>
              <a:t>01</a:t>
            </a:r>
          </a:p>
        </p:txBody>
      </p:sp>
      <p:sp>
        <p:nvSpPr>
          <p:cNvPr id="6" name="矩形 5">
            <a:extLst>
              <a:ext uri="{FF2B5EF4-FFF2-40B4-BE49-F238E27FC236}">
                <a16:creationId xmlns:a16="http://schemas.microsoft.com/office/drawing/2014/main" id="{5EE05088-CE88-46EC-BCD8-D8E7CB2A9EF5}"/>
              </a:ext>
            </a:extLst>
          </p:cNvPr>
          <p:cNvSpPr>
            <a:spLocks noGrp="1"/>
          </p:cNvSpPr>
          <p:nvPr/>
        </p:nvSpPr>
        <p:spPr>
          <a:xfrm>
            <a:off x="470324" y="2165456"/>
            <a:ext cx="535093" cy="41804"/>
          </a:xfrm>
          <a:prstGeom prst="rect">
            <a:avLst/>
          </a:prstGeom>
          <a:solidFill>
            <a:srgbClr val="4779C8"/>
          </a:solidFill>
          <a:ln w="0">
            <a:noFill/>
            <a:prstDash val="solid"/>
          </a:ln>
        </p:spPr>
      </p:sp>
      <p:sp>
        <p:nvSpPr>
          <p:cNvPr id="7" name="矩形 6">
            <a:extLst>
              <a:ext uri="{FF2B5EF4-FFF2-40B4-BE49-F238E27FC236}">
                <a16:creationId xmlns:a16="http://schemas.microsoft.com/office/drawing/2014/main" id="{3E5FB1F6-1C91-4637-8642-0BF41D00399C}"/>
              </a:ext>
            </a:extLst>
          </p:cNvPr>
          <p:cNvSpPr>
            <a:spLocks noGrp="1"/>
          </p:cNvSpPr>
          <p:nvPr/>
        </p:nvSpPr>
        <p:spPr>
          <a:xfrm>
            <a:off x="470324" y="2382838"/>
            <a:ext cx="2968096" cy="359516"/>
          </a:xfrm>
          <a:prstGeom prst="rect">
            <a:avLst/>
          </a:prstGeom>
          <a:noFill/>
          <a:ln w="0">
            <a:noFill/>
            <a:prstDash val="solid"/>
          </a:ln>
        </p:spPr>
        <p:txBody>
          <a:bodyPr anchor="ctr"/>
          <a:lstStyle>
            <a:defPPr algn="l">
              <a:defRPr sz="2025" b="1">
                <a:solidFill>
                  <a:srgbClr val="173456"/>
                </a:solidFill>
              </a:defRPr>
            </a:defPPr>
            <a:lvl1pPr algn="l">
              <a:defRPr sz="2025" b="1">
                <a:solidFill>
                  <a:srgbClr val="173456"/>
                </a:solidFill>
              </a:defRPr>
            </a:lvl1pPr>
            <a:lvl2pPr algn="l">
              <a:defRPr sz="2025" b="1">
                <a:solidFill>
                  <a:srgbClr val="173456"/>
                </a:solidFill>
              </a:defRPr>
            </a:lvl2pPr>
            <a:lvl3pPr algn="l">
              <a:defRPr sz="2025" b="1">
                <a:solidFill>
                  <a:srgbClr val="173456"/>
                </a:solidFill>
              </a:defRPr>
            </a:lvl3pPr>
            <a:lvl4pPr algn="l">
              <a:defRPr sz="2025" b="1">
                <a:solidFill>
                  <a:srgbClr val="173456"/>
                </a:solidFill>
              </a:defRPr>
            </a:lvl4pPr>
            <a:lvl5pPr algn="l">
              <a:defRPr sz="2025" b="1">
                <a:solidFill>
                  <a:srgbClr val="173456"/>
                </a:solidFill>
              </a:defRPr>
            </a:lvl5pPr>
            <a:lvl6pPr algn="l">
              <a:defRPr sz="2025" b="1">
                <a:solidFill>
                  <a:srgbClr val="173456"/>
                </a:solidFill>
              </a:defRPr>
            </a:lvl6pPr>
            <a:lvl7pPr algn="l">
              <a:defRPr sz="2025" b="1">
                <a:solidFill>
                  <a:srgbClr val="173456"/>
                </a:solidFill>
              </a:defRPr>
            </a:lvl7pPr>
            <a:lvl8pPr algn="l">
              <a:defRPr sz="2025" b="1">
                <a:solidFill>
                  <a:srgbClr val="173456"/>
                </a:solidFill>
              </a:defRPr>
            </a:lvl8pPr>
            <a:lvl9pPr algn="l">
              <a:defRPr sz="2025" b="1">
                <a:solidFill>
                  <a:srgbClr val="173456"/>
                </a:solidFill>
              </a:defRPr>
            </a:lvl9pPr>
          </a:lstStyle>
          <a:p>
            <a:pPr algn="l">
              <a:defRPr sz="2025" b="1">
                <a:solidFill>
                  <a:srgbClr val="173456"/>
                </a:solidFill>
              </a:defRPr>
            </a:pPr>
            <a:r>
              <a:rPr lang="en-US" sz="1778"/>
              <a:t>Chips: New Paradigms</a:t>
            </a:r>
          </a:p>
        </p:txBody>
      </p:sp>
      <p:sp>
        <p:nvSpPr>
          <p:cNvPr id="8" name="矩形 7">
            <a:extLst>
              <a:ext uri="{FF2B5EF4-FFF2-40B4-BE49-F238E27FC236}">
                <a16:creationId xmlns:a16="http://schemas.microsoft.com/office/drawing/2014/main" id="{A7BC4E26-5671-4AAF-896C-676587F0F28B}"/>
              </a:ext>
            </a:extLst>
          </p:cNvPr>
          <p:cNvSpPr>
            <a:spLocks noGrp="1"/>
          </p:cNvSpPr>
          <p:nvPr/>
        </p:nvSpPr>
        <p:spPr>
          <a:xfrm>
            <a:off x="470323" y="2867766"/>
            <a:ext cx="2926292" cy="1864466"/>
          </a:xfrm>
          <a:prstGeom prst="rect">
            <a:avLst/>
          </a:prstGeom>
          <a:noFill/>
          <a:ln w="0">
            <a:noFill/>
            <a:prstDash val="solid"/>
          </a:ln>
        </p:spPr>
        <p:txBody>
          <a:bodyPr anchor="ctr"/>
          <a:lstStyle>
            <a:defPPr algn="l">
              <a:defRPr sz="1500" b="0">
                <a:solidFill>
                  <a:srgbClr val="31445B"/>
                </a:solidFill>
              </a:defRPr>
            </a:defPPr>
            <a:lvl1pPr algn="l">
              <a:defRPr sz="1500" b="0">
                <a:solidFill>
                  <a:srgbClr val="31445B"/>
                </a:solidFill>
              </a:defRPr>
            </a:lvl1pPr>
            <a:lvl2pPr algn="l">
              <a:defRPr sz="1500" b="0">
                <a:solidFill>
                  <a:srgbClr val="31445B"/>
                </a:solidFill>
              </a:defRPr>
            </a:lvl2pPr>
            <a:lvl3pPr algn="l">
              <a:defRPr sz="1500" b="0">
                <a:solidFill>
                  <a:srgbClr val="31445B"/>
                </a:solidFill>
              </a:defRPr>
            </a:lvl3pPr>
            <a:lvl4pPr algn="l">
              <a:defRPr sz="1500" b="0">
                <a:solidFill>
                  <a:srgbClr val="31445B"/>
                </a:solidFill>
              </a:defRPr>
            </a:lvl4pPr>
            <a:lvl5pPr algn="l">
              <a:defRPr sz="1500" b="0">
                <a:solidFill>
                  <a:srgbClr val="31445B"/>
                </a:solidFill>
              </a:defRPr>
            </a:lvl5pPr>
            <a:lvl6pPr algn="l">
              <a:defRPr sz="1500" b="0">
                <a:solidFill>
                  <a:srgbClr val="31445B"/>
                </a:solidFill>
              </a:defRPr>
            </a:lvl6pPr>
            <a:lvl7pPr algn="l">
              <a:defRPr sz="1500" b="0">
                <a:solidFill>
                  <a:srgbClr val="31445B"/>
                </a:solidFill>
              </a:defRPr>
            </a:lvl7pPr>
            <a:lvl8pPr algn="l">
              <a:defRPr sz="1500" b="0">
                <a:solidFill>
                  <a:srgbClr val="31445B"/>
                </a:solidFill>
              </a:defRPr>
            </a:lvl8pPr>
            <a:lvl9pPr algn="l">
              <a:defRPr sz="1500" b="0">
                <a:solidFill>
                  <a:srgbClr val="31445B"/>
                </a:solidFill>
              </a:defRPr>
            </a:lvl9pPr>
          </a:lstStyle>
          <a:p>
            <a:pPr algn="l">
              <a:defRPr sz="1500" b="0">
                <a:solidFill>
                  <a:srgbClr val="31445B"/>
                </a:solidFill>
              </a:defRPr>
            </a:pPr>
            <a:r>
              <a:rPr lang="en-US" sz="1317"/>
              <a:t>CPU-era architectures such as x86, ARM, and MIPS supported general-purpose computing.</a:t>
            </a:r>
          </a:p>
          <a:p>
            <a:endParaRPr sz="1317"/>
          </a:p>
          <a:p>
            <a:pPr algn="l">
              <a:defRPr sz="1500" b="0">
                <a:solidFill>
                  <a:srgbClr val="31445B"/>
                </a:solidFill>
              </a:defRPr>
            </a:pPr>
            <a:r>
              <a:rPr lang="en-US" sz="1317"/>
              <a:t>AI workloads—matrix operations, parallel execution, and low precision—drive new chip designs.</a:t>
            </a:r>
          </a:p>
        </p:txBody>
      </p:sp>
      <p:sp>
        <p:nvSpPr>
          <p:cNvPr id="9" name="矩形 8">
            <a:extLst>
              <a:ext uri="{FF2B5EF4-FFF2-40B4-BE49-F238E27FC236}">
                <a16:creationId xmlns:a16="http://schemas.microsoft.com/office/drawing/2014/main" id="{C05EE61E-2C82-4F3D-B925-C868593E5F12}"/>
              </a:ext>
            </a:extLst>
          </p:cNvPr>
          <p:cNvSpPr>
            <a:spLocks noGrp="1"/>
          </p:cNvSpPr>
          <p:nvPr/>
        </p:nvSpPr>
        <p:spPr>
          <a:xfrm>
            <a:off x="470324" y="4882727"/>
            <a:ext cx="2934653" cy="259186"/>
          </a:xfrm>
          <a:prstGeom prst="rect">
            <a:avLst/>
          </a:prstGeom>
          <a:noFill/>
          <a:ln w="0">
            <a:noFill/>
            <a:prstDash val="solid"/>
          </a:ln>
        </p:spPr>
        <p:txBody>
          <a:bodyPr anchor="ctr"/>
          <a:lstStyle>
            <a:defPPr algn="l">
              <a:defRPr sz="1500" b="1">
                <a:solidFill>
                  <a:srgbClr val="4779C8"/>
                </a:solidFill>
              </a:defRPr>
            </a:defPPr>
            <a:lvl1pPr algn="l">
              <a:defRPr sz="1500" b="1">
                <a:solidFill>
                  <a:srgbClr val="4779C8"/>
                </a:solidFill>
              </a:defRPr>
            </a:lvl1pPr>
            <a:lvl2pPr algn="l">
              <a:defRPr sz="1500" b="1">
                <a:solidFill>
                  <a:srgbClr val="4779C8"/>
                </a:solidFill>
              </a:defRPr>
            </a:lvl2pPr>
            <a:lvl3pPr algn="l">
              <a:defRPr sz="1500" b="1">
                <a:solidFill>
                  <a:srgbClr val="4779C8"/>
                </a:solidFill>
              </a:defRPr>
            </a:lvl3pPr>
            <a:lvl4pPr algn="l">
              <a:defRPr sz="1500" b="1">
                <a:solidFill>
                  <a:srgbClr val="4779C8"/>
                </a:solidFill>
              </a:defRPr>
            </a:lvl4pPr>
            <a:lvl5pPr algn="l">
              <a:defRPr sz="1500" b="1">
                <a:solidFill>
                  <a:srgbClr val="4779C8"/>
                </a:solidFill>
              </a:defRPr>
            </a:lvl5pPr>
            <a:lvl6pPr algn="l">
              <a:defRPr sz="1500" b="1">
                <a:solidFill>
                  <a:srgbClr val="4779C8"/>
                </a:solidFill>
              </a:defRPr>
            </a:lvl6pPr>
            <a:lvl7pPr algn="l">
              <a:defRPr sz="1500" b="1">
                <a:solidFill>
                  <a:srgbClr val="4779C8"/>
                </a:solidFill>
              </a:defRPr>
            </a:lvl7pPr>
            <a:lvl8pPr algn="l">
              <a:defRPr sz="1500" b="1">
                <a:solidFill>
                  <a:srgbClr val="4779C8"/>
                </a:solidFill>
              </a:defRPr>
            </a:lvl8pPr>
            <a:lvl9pPr algn="l">
              <a:defRPr sz="1500" b="1">
                <a:solidFill>
                  <a:srgbClr val="4779C8"/>
                </a:solidFill>
              </a:defRPr>
            </a:lvl9pPr>
          </a:lstStyle>
          <a:p>
            <a:pPr algn="l">
              <a:defRPr sz="1500" b="1">
                <a:solidFill>
                  <a:srgbClr val="4779C8"/>
                </a:solidFill>
              </a:defRPr>
            </a:pPr>
            <a:r>
              <a:rPr lang="en-US" sz="1317"/>
              <a:t>New needs → New architectures</a:t>
            </a:r>
          </a:p>
        </p:txBody>
      </p:sp>
      <p:sp>
        <p:nvSpPr>
          <p:cNvPr id="10" name="矩形 9">
            <a:extLst>
              <a:ext uri="{FF2B5EF4-FFF2-40B4-BE49-F238E27FC236}">
                <a16:creationId xmlns:a16="http://schemas.microsoft.com/office/drawing/2014/main" id="{B1F1D33F-54A5-4ECE-A11F-30F4BE263DFC}"/>
              </a:ext>
            </a:extLst>
          </p:cNvPr>
          <p:cNvSpPr>
            <a:spLocks noGrp="1"/>
          </p:cNvSpPr>
          <p:nvPr/>
        </p:nvSpPr>
        <p:spPr>
          <a:xfrm>
            <a:off x="3839739" y="1546754"/>
            <a:ext cx="802640" cy="518372"/>
          </a:xfrm>
          <a:prstGeom prst="rect">
            <a:avLst/>
          </a:prstGeom>
          <a:noFill/>
          <a:ln w="0">
            <a:noFill/>
            <a:prstDash val="solid"/>
          </a:ln>
        </p:spPr>
        <p:txBody>
          <a:bodyPr anchor="ctr"/>
          <a:lstStyle>
            <a:defPPr algn="l">
              <a:defRPr sz="3300" b="1">
                <a:solidFill>
                  <a:srgbClr val="2D9DA2"/>
                </a:solidFill>
              </a:defRPr>
            </a:defPPr>
            <a:lvl1pPr algn="l">
              <a:defRPr sz="3300" b="1">
                <a:solidFill>
                  <a:srgbClr val="2D9DA2"/>
                </a:solidFill>
              </a:defRPr>
            </a:lvl1pPr>
            <a:lvl2pPr algn="l">
              <a:defRPr sz="3300" b="1">
                <a:solidFill>
                  <a:srgbClr val="2D9DA2"/>
                </a:solidFill>
              </a:defRPr>
            </a:lvl2pPr>
            <a:lvl3pPr algn="l">
              <a:defRPr sz="3300" b="1">
                <a:solidFill>
                  <a:srgbClr val="2D9DA2"/>
                </a:solidFill>
              </a:defRPr>
            </a:lvl3pPr>
            <a:lvl4pPr algn="l">
              <a:defRPr sz="3300" b="1">
                <a:solidFill>
                  <a:srgbClr val="2D9DA2"/>
                </a:solidFill>
              </a:defRPr>
            </a:lvl4pPr>
            <a:lvl5pPr algn="l">
              <a:defRPr sz="3300" b="1">
                <a:solidFill>
                  <a:srgbClr val="2D9DA2"/>
                </a:solidFill>
              </a:defRPr>
            </a:lvl5pPr>
            <a:lvl6pPr algn="l">
              <a:defRPr sz="3300" b="1">
                <a:solidFill>
                  <a:srgbClr val="2D9DA2"/>
                </a:solidFill>
              </a:defRPr>
            </a:lvl6pPr>
            <a:lvl7pPr algn="l">
              <a:defRPr sz="3300" b="1">
                <a:solidFill>
                  <a:srgbClr val="2D9DA2"/>
                </a:solidFill>
              </a:defRPr>
            </a:lvl7pPr>
            <a:lvl8pPr algn="l">
              <a:defRPr sz="3300" b="1">
                <a:solidFill>
                  <a:srgbClr val="2D9DA2"/>
                </a:solidFill>
              </a:defRPr>
            </a:lvl8pPr>
            <a:lvl9pPr algn="l">
              <a:defRPr sz="3300" b="1">
                <a:solidFill>
                  <a:srgbClr val="2D9DA2"/>
                </a:solidFill>
              </a:defRPr>
            </a:lvl9pPr>
          </a:lstStyle>
          <a:p>
            <a:pPr algn="l">
              <a:defRPr sz="3300" b="1">
                <a:solidFill>
                  <a:srgbClr val="2D9DA2"/>
                </a:solidFill>
              </a:defRPr>
            </a:pPr>
            <a:r>
              <a:rPr sz="2897"/>
              <a:t>02</a:t>
            </a:r>
          </a:p>
        </p:txBody>
      </p:sp>
      <p:sp>
        <p:nvSpPr>
          <p:cNvPr id="11" name="矩形 10">
            <a:extLst>
              <a:ext uri="{FF2B5EF4-FFF2-40B4-BE49-F238E27FC236}">
                <a16:creationId xmlns:a16="http://schemas.microsoft.com/office/drawing/2014/main" id="{24D294F3-CFAA-4D57-94D6-0A2B0504A52E}"/>
              </a:ext>
            </a:extLst>
          </p:cNvPr>
          <p:cNvSpPr>
            <a:spLocks noGrp="1"/>
          </p:cNvSpPr>
          <p:nvPr/>
        </p:nvSpPr>
        <p:spPr>
          <a:xfrm>
            <a:off x="3839739" y="2165456"/>
            <a:ext cx="535093" cy="41804"/>
          </a:xfrm>
          <a:prstGeom prst="rect">
            <a:avLst/>
          </a:prstGeom>
          <a:solidFill>
            <a:srgbClr val="2D9DA2"/>
          </a:solidFill>
          <a:ln w="0">
            <a:noFill/>
            <a:prstDash val="solid"/>
          </a:ln>
        </p:spPr>
      </p:sp>
      <p:sp>
        <p:nvSpPr>
          <p:cNvPr id="12" name="矩形 11">
            <a:extLst>
              <a:ext uri="{FF2B5EF4-FFF2-40B4-BE49-F238E27FC236}">
                <a16:creationId xmlns:a16="http://schemas.microsoft.com/office/drawing/2014/main" id="{1AA0BEB1-7184-4C67-BAAC-D7780D3F4BB2}"/>
              </a:ext>
            </a:extLst>
          </p:cNvPr>
          <p:cNvSpPr>
            <a:spLocks noGrp="1"/>
          </p:cNvSpPr>
          <p:nvPr/>
        </p:nvSpPr>
        <p:spPr>
          <a:xfrm>
            <a:off x="3839740" y="2382838"/>
            <a:ext cx="2968096" cy="359516"/>
          </a:xfrm>
          <a:prstGeom prst="rect">
            <a:avLst/>
          </a:prstGeom>
          <a:noFill/>
          <a:ln w="0">
            <a:noFill/>
            <a:prstDash val="solid"/>
          </a:ln>
        </p:spPr>
        <p:txBody>
          <a:bodyPr anchor="ctr"/>
          <a:lstStyle>
            <a:defPPr algn="l">
              <a:defRPr sz="2025" b="1">
                <a:solidFill>
                  <a:srgbClr val="173456"/>
                </a:solidFill>
              </a:defRPr>
            </a:defPPr>
            <a:lvl1pPr algn="l">
              <a:defRPr sz="2025" b="1">
                <a:solidFill>
                  <a:srgbClr val="173456"/>
                </a:solidFill>
              </a:defRPr>
            </a:lvl1pPr>
            <a:lvl2pPr algn="l">
              <a:defRPr sz="2025" b="1">
                <a:solidFill>
                  <a:srgbClr val="173456"/>
                </a:solidFill>
              </a:defRPr>
            </a:lvl2pPr>
            <a:lvl3pPr algn="l">
              <a:defRPr sz="2025" b="1">
                <a:solidFill>
                  <a:srgbClr val="173456"/>
                </a:solidFill>
              </a:defRPr>
            </a:lvl3pPr>
            <a:lvl4pPr algn="l">
              <a:defRPr sz="2025" b="1">
                <a:solidFill>
                  <a:srgbClr val="173456"/>
                </a:solidFill>
              </a:defRPr>
            </a:lvl4pPr>
            <a:lvl5pPr algn="l">
              <a:defRPr sz="2025" b="1">
                <a:solidFill>
                  <a:srgbClr val="173456"/>
                </a:solidFill>
              </a:defRPr>
            </a:lvl5pPr>
            <a:lvl6pPr algn="l">
              <a:defRPr sz="2025" b="1">
                <a:solidFill>
                  <a:srgbClr val="173456"/>
                </a:solidFill>
              </a:defRPr>
            </a:lvl6pPr>
            <a:lvl7pPr algn="l">
              <a:defRPr sz="2025" b="1">
                <a:solidFill>
                  <a:srgbClr val="173456"/>
                </a:solidFill>
              </a:defRPr>
            </a:lvl7pPr>
            <a:lvl8pPr algn="l">
              <a:defRPr sz="2025" b="1">
                <a:solidFill>
                  <a:srgbClr val="173456"/>
                </a:solidFill>
              </a:defRPr>
            </a:lvl8pPr>
            <a:lvl9pPr algn="l">
              <a:defRPr sz="2025" b="1">
                <a:solidFill>
                  <a:srgbClr val="173456"/>
                </a:solidFill>
              </a:defRPr>
            </a:lvl9pPr>
          </a:lstStyle>
          <a:p>
            <a:pPr algn="l">
              <a:defRPr sz="2025" b="1">
                <a:solidFill>
                  <a:srgbClr val="173456"/>
                </a:solidFill>
              </a:defRPr>
            </a:pPr>
            <a:r>
              <a:rPr lang="en-US" sz="1778"/>
              <a:t>Software: Reuse Across Chips</a:t>
            </a:r>
          </a:p>
        </p:txBody>
      </p:sp>
      <p:sp>
        <p:nvSpPr>
          <p:cNvPr id="13" name="矩形 12">
            <a:extLst>
              <a:ext uri="{FF2B5EF4-FFF2-40B4-BE49-F238E27FC236}">
                <a16:creationId xmlns:a16="http://schemas.microsoft.com/office/drawing/2014/main" id="{169BB43E-9118-45AD-8366-731F8C88EBA5}"/>
              </a:ext>
            </a:extLst>
          </p:cNvPr>
          <p:cNvSpPr>
            <a:spLocks noGrp="1"/>
          </p:cNvSpPr>
          <p:nvPr/>
        </p:nvSpPr>
        <p:spPr>
          <a:xfrm>
            <a:off x="3839739" y="2867766"/>
            <a:ext cx="2926292" cy="1864466"/>
          </a:xfrm>
          <a:prstGeom prst="rect">
            <a:avLst/>
          </a:prstGeom>
          <a:noFill/>
          <a:ln w="0">
            <a:noFill/>
            <a:prstDash val="solid"/>
          </a:ln>
        </p:spPr>
        <p:txBody>
          <a:bodyPr anchor="ctr"/>
          <a:lstStyle>
            <a:defPPr algn="l">
              <a:defRPr sz="1500" b="0">
                <a:solidFill>
                  <a:srgbClr val="31445B"/>
                </a:solidFill>
              </a:defRPr>
            </a:defPPr>
            <a:lvl1pPr algn="l">
              <a:defRPr sz="1500" b="0">
                <a:solidFill>
                  <a:srgbClr val="31445B"/>
                </a:solidFill>
              </a:defRPr>
            </a:lvl1pPr>
            <a:lvl2pPr algn="l">
              <a:defRPr sz="1500" b="0">
                <a:solidFill>
                  <a:srgbClr val="31445B"/>
                </a:solidFill>
              </a:defRPr>
            </a:lvl2pPr>
            <a:lvl3pPr algn="l">
              <a:defRPr sz="1500" b="0">
                <a:solidFill>
                  <a:srgbClr val="31445B"/>
                </a:solidFill>
              </a:defRPr>
            </a:lvl3pPr>
            <a:lvl4pPr algn="l">
              <a:defRPr sz="1500" b="0">
                <a:solidFill>
                  <a:srgbClr val="31445B"/>
                </a:solidFill>
              </a:defRPr>
            </a:lvl4pPr>
            <a:lvl5pPr algn="l">
              <a:defRPr sz="1500" b="0">
                <a:solidFill>
                  <a:srgbClr val="31445B"/>
                </a:solidFill>
              </a:defRPr>
            </a:lvl5pPr>
            <a:lvl6pPr algn="l">
              <a:defRPr sz="1500" b="0">
                <a:solidFill>
                  <a:srgbClr val="31445B"/>
                </a:solidFill>
              </a:defRPr>
            </a:lvl6pPr>
            <a:lvl7pPr algn="l">
              <a:defRPr sz="1500" b="0">
                <a:solidFill>
                  <a:srgbClr val="31445B"/>
                </a:solidFill>
              </a:defRPr>
            </a:lvl7pPr>
            <a:lvl8pPr algn="l">
              <a:defRPr sz="1500" b="0">
                <a:solidFill>
                  <a:srgbClr val="31445B"/>
                </a:solidFill>
              </a:defRPr>
            </a:lvl8pPr>
            <a:lvl9pPr algn="l">
              <a:defRPr sz="1500" b="0">
                <a:solidFill>
                  <a:srgbClr val="31445B"/>
                </a:solidFill>
              </a:defRPr>
            </a:lvl9pPr>
          </a:lstStyle>
          <a:p>
            <a:pPr algn="l">
              <a:defRPr sz="1500" b="0">
                <a:solidFill>
                  <a:srgbClr val="31445B"/>
                </a:solidFill>
              </a:defRPr>
            </a:pPr>
            <a:r>
              <a:rPr lang="en-US" sz="1317"/>
              <a:t>Chips differ in hardware capabilities and programming interfaces.</a:t>
            </a:r>
          </a:p>
          <a:p>
            <a:endParaRPr sz="1317"/>
          </a:p>
          <a:p>
            <a:pPr algn="l">
              <a:defRPr sz="1500" b="0">
                <a:solidFill>
                  <a:srgbClr val="31445B"/>
                </a:solidFill>
              </a:defRPr>
            </a:pPr>
            <a:r>
              <a:rPr lang="en-US" sz="1317"/>
              <a:t>FlagOS links chips with applications, enabling development, adaptation, and deployment across architectures.</a:t>
            </a:r>
          </a:p>
        </p:txBody>
      </p:sp>
      <p:sp>
        <p:nvSpPr>
          <p:cNvPr id="14" name="矩形 13">
            <a:extLst>
              <a:ext uri="{FF2B5EF4-FFF2-40B4-BE49-F238E27FC236}">
                <a16:creationId xmlns:a16="http://schemas.microsoft.com/office/drawing/2014/main" id="{F4E61F4E-E0A9-434D-BB05-5627443686EE}"/>
              </a:ext>
            </a:extLst>
          </p:cNvPr>
          <p:cNvSpPr>
            <a:spLocks noGrp="1"/>
          </p:cNvSpPr>
          <p:nvPr/>
        </p:nvSpPr>
        <p:spPr>
          <a:xfrm>
            <a:off x="3839739" y="4882727"/>
            <a:ext cx="2934653" cy="259186"/>
          </a:xfrm>
          <a:prstGeom prst="rect">
            <a:avLst/>
          </a:prstGeom>
          <a:noFill/>
          <a:ln w="0">
            <a:noFill/>
            <a:prstDash val="solid"/>
          </a:ln>
        </p:spPr>
        <p:txBody>
          <a:bodyPr anchor="ctr"/>
          <a:lstStyle>
            <a:defPPr algn="l">
              <a:defRPr sz="1500" b="1">
                <a:solidFill>
                  <a:srgbClr val="2D9DA2"/>
                </a:solidFill>
              </a:defRPr>
            </a:defPPr>
            <a:lvl1pPr algn="l">
              <a:defRPr sz="1500" b="1">
                <a:solidFill>
                  <a:srgbClr val="2D9DA2"/>
                </a:solidFill>
              </a:defRPr>
            </a:lvl1pPr>
            <a:lvl2pPr algn="l">
              <a:defRPr sz="1500" b="1">
                <a:solidFill>
                  <a:srgbClr val="2D9DA2"/>
                </a:solidFill>
              </a:defRPr>
            </a:lvl2pPr>
            <a:lvl3pPr algn="l">
              <a:defRPr sz="1500" b="1">
                <a:solidFill>
                  <a:srgbClr val="2D9DA2"/>
                </a:solidFill>
              </a:defRPr>
            </a:lvl3pPr>
            <a:lvl4pPr algn="l">
              <a:defRPr sz="1500" b="1">
                <a:solidFill>
                  <a:srgbClr val="2D9DA2"/>
                </a:solidFill>
              </a:defRPr>
            </a:lvl4pPr>
            <a:lvl5pPr algn="l">
              <a:defRPr sz="1500" b="1">
                <a:solidFill>
                  <a:srgbClr val="2D9DA2"/>
                </a:solidFill>
              </a:defRPr>
            </a:lvl5pPr>
            <a:lvl6pPr algn="l">
              <a:defRPr sz="1500" b="1">
                <a:solidFill>
                  <a:srgbClr val="2D9DA2"/>
                </a:solidFill>
              </a:defRPr>
            </a:lvl6pPr>
            <a:lvl7pPr algn="l">
              <a:defRPr sz="1500" b="1">
                <a:solidFill>
                  <a:srgbClr val="2D9DA2"/>
                </a:solidFill>
              </a:defRPr>
            </a:lvl7pPr>
            <a:lvl8pPr algn="l">
              <a:defRPr sz="1500" b="1">
                <a:solidFill>
                  <a:srgbClr val="2D9DA2"/>
                </a:solidFill>
              </a:defRPr>
            </a:lvl8pPr>
            <a:lvl9pPr algn="l">
              <a:defRPr sz="1500" b="1">
                <a:solidFill>
                  <a:srgbClr val="2D9DA2"/>
                </a:solidFill>
              </a:defRPr>
            </a:lvl9pPr>
          </a:lstStyle>
          <a:p>
            <a:pPr algn="l">
              <a:defRPr sz="1500" b="1">
                <a:solidFill>
                  <a:srgbClr val="2D9DA2"/>
                </a:solidFill>
              </a:defRPr>
            </a:pPr>
            <a:r>
              <a:rPr lang="en-US" sz="1317"/>
              <a:t>Diverse chips → Usable compute</a:t>
            </a:r>
          </a:p>
        </p:txBody>
      </p:sp>
      <p:sp>
        <p:nvSpPr>
          <p:cNvPr id="15" name="矩形 14">
            <a:extLst>
              <a:ext uri="{FF2B5EF4-FFF2-40B4-BE49-F238E27FC236}">
                <a16:creationId xmlns:a16="http://schemas.microsoft.com/office/drawing/2014/main" id="{6868D2D6-7BFF-4945-B473-9A2286ABDF88}"/>
              </a:ext>
            </a:extLst>
          </p:cNvPr>
          <p:cNvSpPr>
            <a:spLocks noGrp="1"/>
          </p:cNvSpPr>
          <p:nvPr/>
        </p:nvSpPr>
        <p:spPr>
          <a:xfrm>
            <a:off x="7209155" y="1546754"/>
            <a:ext cx="802640" cy="518372"/>
          </a:xfrm>
          <a:prstGeom prst="rect">
            <a:avLst/>
          </a:prstGeom>
          <a:noFill/>
          <a:ln w="0">
            <a:noFill/>
            <a:prstDash val="solid"/>
          </a:ln>
        </p:spPr>
        <p:txBody>
          <a:bodyPr anchor="ctr"/>
          <a:lstStyle>
            <a:defPPr algn="l">
              <a:defRPr sz="3300" b="1">
                <a:solidFill>
                  <a:srgbClr val="D19B3E"/>
                </a:solidFill>
              </a:defRPr>
            </a:defPPr>
            <a:lvl1pPr algn="l">
              <a:defRPr sz="3300" b="1">
                <a:solidFill>
                  <a:srgbClr val="D19B3E"/>
                </a:solidFill>
              </a:defRPr>
            </a:lvl1pPr>
            <a:lvl2pPr algn="l">
              <a:defRPr sz="3300" b="1">
                <a:solidFill>
                  <a:srgbClr val="D19B3E"/>
                </a:solidFill>
              </a:defRPr>
            </a:lvl2pPr>
            <a:lvl3pPr algn="l">
              <a:defRPr sz="3300" b="1">
                <a:solidFill>
                  <a:srgbClr val="D19B3E"/>
                </a:solidFill>
              </a:defRPr>
            </a:lvl3pPr>
            <a:lvl4pPr algn="l">
              <a:defRPr sz="3300" b="1">
                <a:solidFill>
                  <a:srgbClr val="D19B3E"/>
                </a:solidFill>
              </a:defRPr>
            </a:lvl4pPr>
            <a:lvl5pPr algn="l">
              <a:defRPr sz="3300" b="1">
                <a:solidFill>
                  <a:srgbClr val="D19B3E"/>
                </a:solidFill>
              </a:defRPr>
            </a:lvl5pPr>
            <a:lvl6pPr algn="l">
              <a:defRPr sz="3300" b="1">
                <a:solidFill>
                  <a:srgbClr val="D19B3E"/>
                </a:solidFill>
              </a:defRPr>
            </a:lvl6pPr>
            <a:lvl7pPr algn="l">
              <a:defRPr sz="3300" b="1">
                <a:solidFill>
                  <a:srgbClr val="D19B3E"/>
                </a:solidFill>
              </a:defRPr>
            </a:lvl7pPr>
            <a:lvl8pPr algn="l">
              <a:defRPr sz="3300" b="1">
                <a:solidFill>
                  <a:srgbClr val="D19B3E"/>
                </a:solidFill>
              </a:defRPr>
            </a:lvl8pPr>
            <a:lvl9pPr algn="l">
              <a:defRPr sz="3300" b="1">
                <a:solidFill>
                  <a:srgbClr val="D19B3E"/>
                </a:solidFill>
              </a:defRPr>
            </a:lvl9pPr>
          </a:lstStyle>
          <a:p>
            <a:pPr algn="l">
              <a:defRPr sz="3300" b="1">
                <a:solidFill>
                  <a:srgbClr val="D19B3E"/>
                </a:solidFill>
              </a:defRPr>
            </a:pPr>
            <a:r>
              <a:rPr sz="2897"/>
              <a:t>03</a:t>
            </a:r>
          </a:p>
        </p:txBody>
      </p:sp>
      <p:sp>
        <p:nvSpPr>
          <p:cNvPr id="16" name="矩形 15">
            <a:extLst>
              <a:ext uri="{FF2B5EF4-FFF2-40B4-BE49-F238E27FC236}">
                <a16:creationId xmlns:a16="http://schemas.microsoft.com/office/drawing/2014/main" id="{FB0BB5DF-592C-4FED-9D3D-F8406E9A20BE}"/>
              </a:ext>
            </a:extLst>
          </p:cNvPr>
          <p:cNvSpPr>
            <a:spLocks noGrp="1"/>
          </p:cNvSpPr>
          <p:nvPr/>
        </p:nvSpPr>
        <p:spPr>
          <a:xfrm>
            <a:off x="7209155" y="2165456"/>
            <a:ext cx="535093" cy="41804"/>
          </a:xfrm>
          <a:prstGeom prst="rect">
            <a:avLst/>
          </a:prstGeom>
          <a:solidFill>
            <a:srgbClr val="D19B3E"/>
          </a:solidFill>
          <a:ln w="0">
            <a:noFill/>
            <a:prstDash val="solid"/>
          </a:ln>
        </p:spPr>
      </p:sp>
      <p:sp>
        <p:nvSpPr>
          <p:cNvPr id="17" name="矩形 16">
            <a:extLst>
              <a:ext uri="{FF2B5EF4-FFF2-40B4-BE49-F238E27FC236}">
                <a16:creationId xmlns:a16="http://schemas.microsoft.com/office/drawing/2014/main" id="{AC0C950D-F5BA-4D0D-BE2B-A59F36F1C87C}"/>
              </a:ext>
            </a:extLst>
          </p:cNvPr>
          <p:cNvSpPr>
            <a:spLocks noGrp="1"/>
          </p:cNvSpPr>
          <p:nvPr/>
        </p:nvSpPr>
        <p:spPr>
          <a:xfrm>
            <a:off x="7209155" y="2382838"/>
            <a:ext cx="2968096" cy="359516"/>
          </a:xfrm>
          <a:prstGeom prst="rect">
            <a:avLst/>
          </a:prstGeom>
          <a:noFill/>
          <a:ln w="0">
            <a:noFill/>
            <a:prstDash val="solid"/>
          </a:ln>
        </p:spPr>
        <p:txBody>
          <a:bodyPr anchor="ctr"/>
          <a:lstStyle>
            <a:defPPr algn="l">
              <a:defRPr sz="2025" b="1">
                <a:solidFill>
                  <a:srgbClr val="173456"/>
                </a:solidFill>
              </a:defRPr>
            </a:defPPr>
            <a:lvl1pPr algn="l">
              <a:defRPr sz="2025" b="1">
                <a:solidFill>
                  <a:srgbClr val="173456"/>
                </a:solidFill>
              </a:defRPr>
            </a:lvl1pPr>
            <a:lvl2pPr algn="l">
              <a:defRPr sz="2025" b="1">
                <a:solidFill>
                  <a:srgbClr val="173456"/>
                </a:solidFill>
              </a:defRPr>
            </a:lvl2pPr>
            <a:lvl3pPr algn="l">
              <a:defRPr sz="2025" b="1">
                <a:solidFill>
                  <a:srgbClr val="173456"/>
                </a:solidFill>
              </a:defRPr>
            </a:lvl3pPr>
            <a:lvl4pPr algn="l">
              <a:defRPr sz="2025" b="1">
                <a:solidFill>
                  <a:srgbClr val="173456"/>
                </a:solidFill>
              </a:defRPr>
            </a:lvl4pPr>
            <a:lvl5pPr algn="l">
              <a:defRPr sz="2025" b="1">
                <a:solidFill>
                  <a:srgbClr val="173456"/>
                </a:solidFill>
              </a:defRPr>
            </a:lvl5pPr>
            <a:lvl6pPr algn="l">
              <a:defRPr sz="2025" b="1">
                <a:solidFill>
                  <a:srgbClr val="173456"/>
                </a:solidFill>
              </a:defRPr>
            </a:lvl6pPr>
            <a:lvl7pPr algn="l">
              <a:defRPr sz="2025" b="1">
                <a:solidFill>
                  <a:srgbClr val="173456"/>
                </a:solidFill>
              </a:defRPr>
            </a:lvl7pPr>
            <a:lvl8pPr algn="l">
              <a:defRPr sz="2025" b="1">
                <a:solidFill>
                  <a:srgbClr val="173456"/>
                </a:solidFill>
              </a:defRPr>
            </a:lvl8pPr>
            <a:lvl9pPr algn="l">
              <a:defRPr sz="2025" b="1">
                <a:solidFill>
                  <a:srgbClr val="173456"/>
                </a:solidFill>
              </a:defRPr>
            </a:lvl9pPr>
          </a:lstStyle>
          <a:p>
            <a:pPr algn="l">
              <a:defRPr sz="2025" b="1">
                <a:solidFill>
                  <a:srgbClr val="173456"/>
                </a:solidFill>
              </a:defRPr>
            </a:pPr>
            <a:r>
              <a:rPr lang="en-US" sz="1778"/>
              <a:t>Talent: Long-Term Growth</a:t>
            </a:r>
          </a:p>
        </p:txBody>
      </p:sp>
      <p:sp>
        <p:nvSpPr>
          <p:cNvPr id="18" name="矩形 17">
            <a:extLst>
              <a:ext uri="{FF2B5EF4-FFF2-40B4-BE49-F238E27FC236}">
                <a16:creationId xmlns:a16="http://schemas.microsoft.com/office/drawing/2014/main" id="{0C053043-9A80-43A9-BA6D-9FD7CF3F2FD0}"/>
              </a:ext>
            </a:extLst>
          </p:cNvPr>
          <p:cNvSpPr>
            <a:spLocks noGrp="1"/>
          </p:cNvSpPr>
          <p:nvPr/>
        </p:nvSpPr>
        <p:spPr>
          <a:xfrm>
            <a:off x="7209155" y="2867766"/>
            <a:ext cx="2926292" cy="1864466"/>
          </a:xfrm>
          <a:prstGeom prst="rect">
            <a:avLst/>
          </a:prstGeom>
          <a:noFill/>
          <a:ln w="0">
            <a:noFill/>
            <a:prstDash val="solid"/>
          </a:ln>
        </p:spPr>
        <p:txBody>
          <a:bodyPr anchor="ctr"/>
          <a:lstStyle>
            <a:defPPr algn="l">
              <a:defRPr sz="1500" b="0">
                <a:solidFill>
                  <a:srgbClr val="31445B"/>
                </a:solidFill>
              </a:defRPr>
            </a:defPPr>
            <a:lvl1pPr algn="l">
              <a:defRPr sz="1500" b="0">
                <a:solidFill>
                  <a:srgbClr val="31445B"/>
                </a:solidFill>
              </a:defRPr>
            </a:lvl1pPr>
            <a:lvl2pPr algn="l">
              <a:defRPr sz="1500" b="0">
                <a:solidFill>
                  <a:srgbClr val="31445B"/>
                </a:solidFill>
              </a:defRPr>
            </a:lvl2pPr>
            <a:lvl3pPr algn="l">
              <a:defRPr sz="1500" b="0">
                <a:solidFill>
                  <a:srgbClr val="31445B"/>
                </a:solidFill>
              </a:defRPr>
            </a:lvl3pPr>
            <a:lvl4pPr algn="l">
              <a:defRPr sz="1500" b="0">
                <a:solidFill>
                  <a:srgbClr val="31445B"/>
                </a:solidFill>
              </a:defRPr>
            </a:lvl4pPr>
            <a:lvl5pPr algn="l">
              <a:defRPr sz="1500" b="0">
                <a:solidFill>
                  <a:srgbClr val="31445B"/>
                </a:solidFill>
              </a:defRPr>
            </a:lvl5pPr>
            <a:lvl6pPr algn="l">
              <a:defRPr sz="1500" b="0">
                <a:solidFill>
                  <a:srgbClr val="31445B"/>
                </a:solidFill>
              </a:defRPr>
            </a:lvl6pPr>
            <a:lvl7pPr algn="l">
              <a:defRPr sz="1500" b="0">
                <a:solidFill>
                  <a:srgbClr val="31445B"/>
                </a:solidFill>
              </a:defRPr>
            </a:lvl7pPr>
            <a:lvl8pPr algn="l">
              <a:defRPr sz="1500" b="0">
                <a:solidFill>
                  <a:srgbClr val="31445B"/>
                </a:solidFill>
              </a:defRPr>
            </a:lvl8pPr>
            <a:lvl9pPr algn="l">
              <a:defRPr sz="1500" b="0">
                <a:solidFill>
                  <a:srgbClr val="31445B"/>
                </a:solidFill>
              </a:defRPr>
            </a:lvl9pPr>
          </a:lstStyle>
          <a:p>
            <a:pPr algn="l">
              <a:defRPr sz="1500" b="0">
                <a:solidFill>
                  <a:srgbClr val="31445B"/>
                </a:solidFill>
              </a:defRPr>
            </a:pPr>
            <a:r>
              <a:rPr lang="en-US" sz="1317"/>
              <a:t>Scale: help more faculty teach these topics and bring lab resources back to their universities.</a:t>
            </a:r>
          </a:p>
          <a:p>
            <a:endParaRPr sz="1317"/>
          </a:p>
          <a:p>
            <a:pPr algn="l">
              <a:defRPr sz="1500" b="0">
                <a:solidFill>
                  <a:srgbClr val="31445B"/>
                </a:solidFill>
              </a:defRPr>
            </a:pPr>
            <a:r>
              <a:rPr lang="en-US" sz="1317"/>
              <a:t>Quality: use real chips, software stacks, and system problems for repeatable lab and research training.</a:t>
            </a:r>
          </a:p>
        </p:txBody>
      </p:sp>
      <p:sp>
        <p:nvSpPr>
          <p:cNvPr id="19" name="矩形 18">
            <a:extLst>
              <a:ext uri="{FF2B5EF4-FFF2-40B4-BE49-F238E27FC236}">
                <a16:creationId xmlns:a16="http://schemas.microsoft.com/office/drawing/2014/main" id="{EBD6FD6B-25B5-4F28-B4E9-D98B33C340E0}"/>
              </a:ext>
            </a:extLst>
          </p:cNvPr>
          <p:cNvSpPr>
            <a:spLocks noGrp="1"/>
          </p:cNvSpPr>
          <p:nvPr/>
        </p:nvSpPr>
        <p:spPr>
          <a:xfrm>
            <a:off x="7209155" y="4882727"/>
            <a:ext cx="2934653" cy="259186"/>
          </a:xfrm>
          <a:prstGeom prst="rect">
            <a:avLst/>
          </a:prstGeom>
          <a:noFill/>
          <a:ln w="0">
            <a:noFill/>
            <a:prstDash val="solid"/>
          </a:ln>
        </p:spPr>
        <p:txBody>
          <a:bodyPr anchor="ctr"/>
          <a:lstStyle>
            <a:defPPr algn="l">
              <a:defRPr sz="1500" b="1">
                <a:solidFill>
                  <a:srgbClr val="D19B3E"/>
                </a:solidFill>
              </a:defRPr>
            </a:defPPr>
            <a:lvl1pPr algn="l">
              <a:defRPr sz="1500" b="1">
                <a:solidFill>
                  <a:srgbClr val="D19B3E"/>
                </a:solidFill>
              </a:defRPr>
            </a:lvl1pPr>
            <a:lvl2pPr algn="l">
              <a:defRPr sz="1500" b="1">
                <a:solidFill>
                  <a:srgbClr val="D19B3E"/>
                </a:solidFill>
              </a:defRPr>
            </a:lvl2pPr>
            <a:lvl3pPr algn="l">
              <a:defRPr sz="1500" b="1">
                <a:solidFill>
                  <a:srgbClr val="D19B3E"/>
                </a:solidFill>
              </a:defRPr>
            </a:lvl3pPr>
            <a:lvl4pPr algn="l">
              <a:defRPr sz="1500" b="1">
                <a:solidFill>
                  <a:srgbClr val="D19B3E"/>
                </a:solidFill>
              </a:defRPr>
            </a:lvl4pPr>
            <a:lvl5pPr algn="l">
              <a:defRPr sz="1500" b="1">
                <a:solidFill>
                  <a:srgbClr val="D19B3E"/>
                </a:solidFill>
              </a:defRPr>
            </a:lvl5pPr>
            <a:lvl6pPr algn="l">
              <a:defRPr sz="1500" b="1">
                <a:solidFill>
                  <a:srgbClr val="D19B3E"/>
                </a:solidFill>
              </a:defRPr>
            </a:lvl6pPr>
            <a:lvl7pPr algn="l">
              <a:defRPr sz="1500" b="1">
                <a:solidFill>
                  <a:srgbClr val="D19B3E"/>
                </a:solidFill>
              </a:defRPr>
            </a:lvl7pPr>
            <a:lvl8pPr algn="l">
              <a:defRPr sz="1500" b="1">
                <a:solidFill>
                  <a:srgbClr val="D19B3E"/>
                </a:solidFill>
              </a:defRPr>
            </a:lvl8pPr>
            <a:lvl9pPr algn="l">
              <a:defRPr sz="1500" b="1">
                <a:solidFill>
                  <a:srgbClr val="D19B3E"/>
                </a:solidFill>
              </a:defRPr>
            </a:lvl9pPr>
          </a:lstStyle>
          <a:p>
            <a:pPr algn="l">
              <a:defRPr sz="1500" b="1">
                <a:solidFill>
                  <a:srgbClr val="D19B3E"/>
                </a:solidFill>
              </a:defRPr>
            </a:pPr>
            <a:r>
              <a:rPr lang="en-US" sz="1317"/>
              <a:t>Courses and practice → Talent</a:t>
            </a:r>
          </a:p>
        </p:txBody>
      </p:sp>
      <p:sp>
        <p:nvSpPr>
          <p:cNvPr id="20" name="矩形 19">
            <a:extLst>
              <a:ext uri="{FF2B5EF4-FFF2-40B4-BE49-F238E27FC236}">
                <a16:creationId xmlns:a16="http://schemas.microsoft.com/office/drawing/2014/main" id="{69383B2B-7D47-4EEB-B7D9-10E532A2BAFD}"/>
              </a:ext>
            </a:extLst>
          </p:cNvPr>
          <p:cNvSpPr>
            <a:spLocks noGrp="1"/>
          </p:cNvSpPr>
          <p:nvPr/>
        </p:nvSpPr>
        <p:spPr>
          <a:xfrm>
            <a:off x="3680883" y="1588559"/>
            <a:ext cx="16722" cy="3544993"/>
          </a:xfrm>
          <a:prstGeom prst="rect">
            <a:avLst/>
          </a:prstGeom>
          <a:solidFill>
            <a:srgbClr val="DCE7F4"/>
          </a:solidFill>
          <a:ln w="0">
            <a:noFill/>
            <a:prstDash val="solid"/>
          </a:ln>
        </p:spPr>
      </p:sp>
      <p:sp>
        <p:nvSpPr>
          <p:cNvPr id="21" name="矩形 20">
            <a:extLst>
              <a:ext uri="{FF2B5EF4-FFF2-40B4-BE49-F238E27FC236}">
                <a16:creationId xmlns:a16="http://schemas.microsoft.com/office/drawing/2014/main" id="{6714EDCD-DE45-404B-953B-CA331DF28E8F}"/>
              </a:ext>
            </a:extLst>
          </p:cNvPr>
          <p:cNvSpPr>
            <a:spLocks noGrp="1"/>
          </p:cNvSpPr>
          <p:nvPr/>
        </p:nvSpPr>
        <p:spPr>
          <a:xfrm>
            <a:off x="7050299" y="1588559"/>
            <a:ext cx="16722" cy="3544993"/>
          </a:xfrm>
          <a:prstGeom prst="rect">
            <a:avLst/>
          </a:prstGeom>
          <a:solidFill>
            <a:srgbClr val="DCE7F4"/>
          </a:solidFill>
          <a:ln w="0">
            <a:noFill/>
            <a:prstDash val="solid"/>
          </a:ln>
        </p:spPr>
      </p:sp>
      <p:sp>
        <p:nvSpPr>
          <p:cNvPr id="22" name="矩形 21">
            <a:extLst>
              <a:ext uri="{FF2B5EF4-FFF2-40B4-BE49-F238E27FC236}">
                <a16:creationId xmlns:a16="http://schemas.microsoft.com/office/drawing/2014/main" id="{92A9517B-2D71-4DAE-873A-8A8319ECF376}"/>
              </a:ext>
            </a:extLst>
          </p:cNvPr>
          <p:cNvSpPr>
            <a:spLocks noGrp="1"/>
          </p:cNvSpPr>
          <p:nvPr/>
        </p:nvSpPr>
        <p:spPr>
          <a:xfrm>
            <a:off x="453602" y="5350933"/>
            <a:ext cx="9798897" cy="16722"/>
          </a:xfrm>
          <a:prstGeom prst="rect">
            <a:avLst/>
          </a:prstGeom>
          <a:solidFill>
            <a:srgbClr val="DCE7F4"/>
          </a:solidFill>
          <a:ln w="0">
            <a:noFill/>
            <a:prstDash val="solid"/>
          </a:ln>
        </p:spPr>
      </p:sp>
      <p:sp>
        <p:nvSpPr>
          <p:cNvPr id="23" name="矩形 22">
            <a:extLst>
              <a:ext uri="{FF2B5EF4-FFF2-40B4-BE49-F238E27FC236}">
                <a16:creationId xmlns:a16="http://schemas.microsoft.com/office/drawing/2014/main" id="{54D59EAC-75C0-45EF-B012-9ABBB3913C8E}"/>
              </a:ext>
            </a:extLst>
          </p:cNvPr>
          <p:cNvSpPr>
            <a:spLocks noGrp="1"/>
          </p:cNvSpPr>
          <p:nvPr/>
        </p:nvSpPr>
        <p:spPr>
          <a:xfrm>
            <a:off x="461963" y="5493068"/>
            <a:ext cx="9782175" cy="351155"/>
          </a:xfrm>
          <a:prstGeom prst="rect">
            <a:avLst/>
          </a:prstGeom>
          <a:noFill/>
          <a:ln w="0">
            <a:noFill/>
            <a:prstDash val="solid"/>
          </a:ln>
        </p:spPr>
        <p:txBody>
          <a:bodyPr anchor="ctr"/>
          <a:lstStyle>
            <a:defPPr algn="l">
              <a:defRPr sz="1725" b="1">
                <a:solidFill>
                  <a:srgbClr val="173456"/>
                </a:solidFill>
              </a:defRPr>
            </a:defPPr>
            <a:lvl1pPr algn="l">
              <a:defRPr sz="1725" b="1">
                <a:solidFill>
                  <a:srgbClr val="173456"/>
                </a:solidFill>
              </a:defRPr>
            </a:lvl1pPr>
            <a:lvl2pPr algn="l">
              <a:defRPr sz="1725" b="1">
                <a:solidFill>
                  <a:srgbClr val="173456"/>
                </a:solidFill>
              </a:defRPr>
            </a:lvl2pPr>
            <a:lvl3pPr algn="l">
              <a:defRPr sz="1725" b="1">
                <a:solidFill>
                  <a:srgbClr val="173456"/>
                </a:solidFill>
              </a:defRPr>
            </a:lvl3pPr>
            <a:lvl4pPr algn="l">
              <a:defRPr sz="1725" b="1">
                <a:solidFill>
                  <a:srgbClr val="173456"/>
                </a:solidFill>
              </a:defRPr>
            </a:lvl4pPr>
            <a:lvl5pPr algn="l">
              <a:defRPr sz="1725" b="1">
                <a:solidFill>
                  <a:srgbClr val="173456"/>
                </a:solidFill>
              </a:defRPr>
            </a:lvl5pPr>
            <a:lvl6pPr algn="l">
              <a:defRPr sz="1725" b="1">
                <a:solidFill>
                  <a:srgbClr val="173456"/>
                </a:solidFill>
              </a:defRPr>
            </a:lvl6pPr>
            <a:lvl7pPr algn="l">
              <a:defRPr sz="1725" b="1">
                <a:solidFill>
                  <a:srgbClr val="173456"/>
                </a:solidFill>
              </a:defRPr>
            </a:lvl7pPr>
            <a:lvl8pPr algn="l">
              <a:defRPr sz="1725" b="1">
                <a:solidFill>
                  <a:srgbClr val="173456"/>
                </a:solidFill>
              </a:defRPr>
            </a:lvl8pPr>
            <a:lvl9pPr algn="l">
              <a:defRPr sz="1725" b="1">
                <a:solidFill>
                  <a:srgbClr val="173456"/>
                </a:solidFill>
              </a:defRPr>
            </a:lvl9pPr>
          </a:lstStyle>
          <a:p>
            <a:pPr algn="l">
              <a:defRPr sz="1725" b="1">
                <a:solidFill>
                  <a:srgbClr val="173456"/>
                </a:solidFill>
              </a:defRPr>
            </a:pPr>
            <a:r>
              <a:rPr lang="en-US" sz="1514"/>
              <a:t>Chip innovation opens new possibilities; software makes them usable; talent sustains progress.</a:t>
            </a:r>
          </a:p>
        </p:txBody>
      </p:sp>
    </p:spTree>
    <p:extLst>
      <p:ext uri="{BB962C8B-B14F-4D97-AF65-F5344CB8AC3E}">
        <p14:creationId xmlns:p14="http://schemas.microsoft.com/office/powerpoint/2010/main" val="1688572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78E7E15C-6932-4CB1-9643-493342543ED1}"/>
              </a:ext>
            </a:extLst>
          </p:cNvPr>
          <p:cNvSpPr>
            <a:spLocks noGrp="1"/>
          </p:cNvSpPr>
          <p:nvPr/>
        </p:nvSpPr>
        <p:spPr>
          <a:xfrm>
            <a:off x="2117" y="0"/>
            <a:ext cx="10701867" cy="75248"/>
          </a:xfrm>
          <a:prstGeom prst="rect">
            <a:avLst/>
          </a:prstGeom>
          <a:solidFill>
            <a:srgbClr val="4779C8"/>
          </a:solidFill>
          <a:ln w="0">
            <a:noFill/>
            <a:prstDash val="solid"/>
          </a:ln>
        </p:spPr>
      </p:sp>
      <p:sp>
        <p:nvSpPr>
          <p:cNvPr id="2" name="矩形 1">
            <a:extLst>
              <a:ext uri="{FF2B5EF4-FFF2-40B4-BE49-F238E27FC236}">
                <a16:creationId xmlns:a16="http://schemas.microsoft.com/office/drawing/2014/main" id="{760F7F5B-D354-4AFB-9A0D-A16B1FA704B4}"/>
              </a:ext>
            </a:extLst>
          </p:cNvPr>
          <p:cNvSpPr>
            <a:spLocks noGrp="1"/>
          </p:cNvSpPr>
          <p:nvPr/>
        </p:nvSpPr>
        <p:spPr>
          <a:xfrm>
            <a:off x="453602" y="275908"/>
            <a:ext cx="9698567" cy="476568"/>
          </a:xfrm>
          <a:prstGeom prst="rect">
            <a:avLst/>
          </a:prstGeom>
          <a:noFill/>
          <a:ln w="0">
            <a:noFill/>
            <a:prstDash val="solid"/>
          </a:ln>
        </p:spPr>
        <p:txBody>
          <a:bodyPr anchor="ctr"/>
          <a:lstStyle>
            <a:defPPr>
              <a:defRPr sz="2850" b="1">
                <a:solidFill>
                  <a:srgbClr val="173456"/>
                </a:solidFill>
              </a:defRPr>
            </a:defPPr>
            <a:lvl1pPr>
              <a:defRPr sz="2850" b="1">
                <a:solidFill>
                  <a:srgbClr val="173456"/>
                </a:solidFill>
              </a:defRPr>
            </a:lvl1pPr>
            <a:lvl2pPr>
              <a:defRPr sz="2850" b="1">
                <a:solidFill>
                  <a:srgbClr val="173456"/>
                </a:solidFill>
              </a:defRPr>
            </a:lvl2pPr>
            <a:lvl3pPr>
              <a:defRPr sz="2850" b="1">
                <a:solidFill>
                  <a:srgbClr val="173456"/>
                </a:solidFill>
              </a:defRPr>
            </a:lvl3pPr>
            <a:lvl4pPr>
              <a:defRPr sz="2850" b="1">
                <a:solidFill>
                  <a:srgbClr val="173456"/>
                </a:solidFill>
              </a:defRPr>
            </a:lvl4pPr>
            <a:lvl5pPr>
              <a:defRPr sz="2850" b="1">
                <a:solidFill>
                  <a:srgbClr val="173456"/>
                </a:solidFill>
              </a:defRPr>
            </a:lvl5pPr>
            <a:lvl6pPr>
              <a:defRPr sz="2850" b="1">
                <a:solidFill>
                  <a:srgbClr val="173456"/>
                </a:solidFill>
              </a:defRPr>
            </a:lvl6pPr>
            <a:lvl7pPr>
              <a:defRPr sz="2850" b="1">
                <a:solidFill>
                  <a:srgbClr val="173456"/>
                </a:solidFill>
              </a:defRPr>
            </a:lvl7pPr>
            <a:lvl8pPr>
              <a:defRPr sz="2850" b="1">
                <a:solidFill>
                  <a:srgbClr val="173456"/>
                </a:solidFill>
              </a:defRPr>
            </a:lvl8pPr>
            <a:lvl9pPr>
              <a:defRPr sz="2850" b="1">
                <a:solidFill>
                  <a:srgbClr val="173456"/>
                </a:solidFill>
              </a:defRPr>
            </a:lvl9pPr>
          </a:lstStyle>
          <a:p>
            <a:pPr>
              <a:defRPr sz="2850" b="1">
                <a:solidFill>
                  <a:srgbClr val="173456"/>
                </a:solidFill>
              </a:defRPr>
            </a:pPr>
            <a:r>
              <a:rPr lang="en-US" sz="2502"/>
              <a:t>We Are All Seeds: Collaboration Helps Us Grow</a:t>
            </a:r>
          </a:p>
        </p:txBody>
      </p:sp>
      <p:sp>
        <p:nvSpPr>
          <p:cNvPr id="3" name="矩形 2">
            <a:extLst>
              <a:ext uri="{FF2B5EF4-FFF2-40B4-BE49-F238E27FC236}">
                <a16:creationId xmlns:a16="http://schemas.microsoft.com/office/drawing/2014/main" id="{78D72116-5376-4D6F-8DFA-377C87AE3D38}"/>
              </a:ext>
            </a:extLst>
          </p:cNvPr>
          <p:cNvSpPr>
            <a:spLocks noGrp="1"/>
          </p:cNvSpPr>
          <p:nvPr/>
        </p:nvSpPr>
        <p:spPr>
          <a:xfrm>
            <a:off x="478684" y="844444"/>
            <a:ext cx="9698567" cy="267547"/>
          </a:xfrm>
          <a:prstGeom prst="rect">
            <a:avLst/>
          </a:prstGeom>
          <a:noFill/>
          <a:ln w="0">
            <a:noFill/>
            <a:prstDash val="solid"/>
          </a:ln>
        </p:spPr>
        <p:txBody>
          <a:bodyPr anchor="ctr"/>
          <a:lstStyle>
            <a:defPPr>
              <a:defRPr sz="1500" b="0">
                <a:solidFill>
                  <a:srgbClr val="637992"/>
                </a:solidFill>
              </a:defRPr>
            </a:defPPr>
            <a:lvl1pPr>
              <a:defRPr sz="1500" b="0">
                <a:solidFill>
                  <a:srgbClr val="637992"/>
                </a:solidFill>
              </a:defRPr>
            </a:lvl1pPr>
            <a:lvl2pPr>
              <a:defRPr sz="1500" b="0">
                <a:solidFill>
                  <a:srgbClr val="637992"/>
                </a:solidFill>
              </a:defRPr>
            </a:lvl2pPr>
            <a:lvl3pPr>
              <a:defRPr sz="1500" b="0">
                <a:solidFill>
                  <a:srgbClr val="637992"/>
                </a:solidFill>
              </a:defRPr>
            </a:lvl3pPr>
            <a:lvl4pPr>
              <a:defRPr sz="1500" b="0">
                <a:solidFill>
                  <a:srgbClr val="637992"/>
                </a:solidFill>
              </a:defRPr>
            </a:lvl4pPr>
            <a:lvl5pPr>
              <a:defRPr sz="1500" b="0">
                <a:solidFill>
                  <a:srgbClr val="637992"/>
                </a:solidFill>
              </a:defRPr>
            </a:lvl5pPr>
            <a:lvl6pPr>
              <a:defRPr sz="1500" b="0">
                <a:solidFill>
                  <a:srgbClr val="637992"/>
                </a:solidFill>
              </a:defRPr>
            </a:lvl6pPr>
            <a:lvl7pPr>
              <a:defRPr sz="1500" b="0">
                <a:solidFill>
                  <a:srgbClr val="637992"/>
                </a:solidFill>
              </a:defRPr>
            </a:lvl7pPr>
            <a:lvl8pPr>
              <a:defRPr sz="1500" b="0">
                <a:solidFill>
                  <a:srgbClr val="637992"/>
                </a:solidFill>
              </a:defRPr>
            </a:lvl8pPr>
            <a:lvl9pPr>
              <a:defRPr sz="1500" b="0">
                <a:solidFill>
                  <a:srgbClr val="637992"/>
                </a:solidFill>
              </a:defRPr>
            </a:lvl9pPr>
          </a:lstStyle>
          <a:p>
            <a:pPr>
              <a:defRPr sz="1500" b="0">
                <a:solidFill>
                  <a:srgbClr val="637992"/>
                </a:solidFill>
              </a:defRPr>
            </a:pPr>
            <a:r>
              <a:rPr lang="en-US" sz="1317"/>
              <a:t>Two weeks are only a start; lasting connections help knowledge take root in teaching and research</a:t>
            </a:r>
          </a:p>
        </p:txBody>
      </p:sp>
      <p:sp>
        <p:nvSpPr>
          <p:cNvPr id="4" name="矩形 3">
            <a:extLst>
              <a:ext uri="{FF2B5EF4-FFF2-40B4-BE49-F238E27FC236}">
                <a16:creationId xmlns:a16="http://schemas.microsoft.com/office/drawing/2014/main" id="{9A58C1FD-A7AB-4717-9BF4-9DD622586950}"/>
              </a:ext>
            </a:extLst>
          </p:cNvPr>
          <p:cNvSpPr>
            <a:spLocks noGrp="1"/>
          </p:cNvSpPr>
          <p:nvPr/>
        </p:nvSpPr>
        <p:spPr>
          <a:xfrm>
            <a:off x="453602" y="1254125"/>
            <a:ext cx="9798897" cy="16722"/>
          </a:xfrm>
          <a:prstGeom prst="rect">
            <a:avLst/>
          </a:prstGeom>
          <a:solidFill>
            <a:srgbClr val="DCE7F4"/>
          </a:solidFill>
          <a:ln w="0">
            <a:noFill/>
            <a:prstDash val="solid"/>
          </a:ln>
        </p:spPr>
      </p:sp>
      <p:sp>
        <p:nvSpPr>
          <p:cNvPr id="5" name="矩形 4">
            <a:extLst>
              <a:ext uri="{FF2B5EF4-FFF2-40B4-BE49-F238E27FC236}">
                <a16:creationId xmlns:a16="http://schemas.microsoft.com/office/drawing/2014/main" id="{3FC69F13-451E-4844-BDD6-58AEFE3D1752}"/>
              </a:ext>
            </a:extLst>
          </p:cNvPr>
          <p:cNvSpPr>
            <a:spLocks noGrp="1"/>
          </p:cNvSpPr>
          <p:nvPr/>
        </p:nvSpPr>
        <p:spPr>
          <a:xfrm>
            <a:off x="587375" y="1580198"/>
            <a:ext cx="1964796" cy="401320"/>
          </a:xfrm>
          <a:prstGeom prst="rect">
            <a:avLst/>
          </a:prstGeom>
          <a:noFill/>
          <a:ln w="0">
            <a:noFill/>
            <a:prstDash val="solid"/>
          </a:ln>
        </p:spPr>
        <p:txBody>
          <a:bodyPr anchor="ctr"/>
          <a:lstStyle>
            <a:defPPr>
              <a:defRPr sz="2325" b="1">
                <a:solidFill>
                  <a:srgbClr val="4779C8"/>
                </a:solidFill>
              </a:defRPr>
            </a:defPPr>
            <a:lvl1pPr>
              <a:defRPr sz="2325" b="1">
                <a:solidFill>
                  <a:srgbClr val="4779C8"/>
                </a:solidFill>
              </a:defRPr>
            </a:lvl1pPr>
            <a:lvl2pPr>
              <a:defRPr sz="2325" b="1">
                <a:solidFill>
                  <a:srgbClr val="4779C8"/>
                </a:solidFill>
              </a:defRPr>
            </a:lvl2pPr>
            <a:lvl3pPr>
              <a:defRPr sz="2325" b="1">
                <a:solidFill>
                  <a:srgbClr val="4779C8"/>
                </a:solidFill>
              </a:defRPr>
            </a:lvl3pPr>
            <a:lvl4pPr>
              <a:defRPr sz="2325" b="1">
                <a:solidFill>
                  <a:srgbClr val="4779C8"/>
                </a:solidFill>
              </a:defRPr>
            </a:lvl4pPr>
            <a:lvl5pPr>
              <a:defRPr sz="2325" b="1">
                <a:solidFill>
                  <a:srgbClr val="4779C8"/>
                </a:solidFill>
              </a:defRPr>
            </a:lvl5pPr>
            <a:lvl6pPr>
              <a:defRPr sz="2325" b="1">
                <a:solidFill>
                  <a:srgbClr val="4779C8"/>
                </a:solidFill>
              </a:defRPr>
            </a:lvl6pPr>
            <a:lvl7pPr>
              <a:defRPr sz="2325" b="1">
                <a:solidFill>
                  <a:srgbClr val="4779C8"/>
                </a:solidFill>
              </a:defRPr>
            </a:lvl7pPr>
            <a:lvl8pPr>
              <a:defRPr sz="2325" b="1">
                <a:solidFill>
                  <a:srgbClr val="4779C8"/>
                </a:solidFill>
              </a:defRPr>
            </a:lvl8pPr>
            <a:lvl9pPr>
              <a:defRPr sz="2325" b="1">
                <a:solidFill>
                  <a:srgbClr val="4779C8"/>
                </a:solidFill>
              </a:defRPr>
            </a:lvl9pPr>
          </a:lstStyle>
          <a:p>
            <a:pPr>
              <a:defRPr sz="2325" b="1">
                <a:solidFill>
                  <a:srgbClr val="4779C8"/>
                </a:solidFill>
              </a:defRPr>
            </a:pPr>
            <a:r>
              <a:rPr lang="en-US" sz="2041"/>
              <a:t>You</a:t>
            </a:r>
          </a:p>
        </p:txBody>
      </p:sp>
      <p:sp>
        <p:nvSpPr>
          <p:cNvPr id="6" name="矩形 5">
            <a:extLst>
              <a:ext uri="{FF2B5EF4-FFF2-40B4-BE49-F238E27FC236}">
                <a16:creationId xmlns:a16="http://schemas.microsoft.com/office/drawing/2014/main" id="{DE05FEE4-5E30-4CD8-994C-1AFEC5ECF9BD}"/>
              </a:ext>
            </a:extLst>
          </p:cNvPr>
          <p:cNvSpPr>
            <a:spLocks noGrp="1"/>
          </p:cNvSpPr>
          <p:nvPr/>
        </p:nvSpPr>
        <p:spPr>
          <a:xfrm>
            <a:off x="587375" y="2048405"/>
            <a:ext cx="2090208" cy="710671"/>
          </a:xfrm>
          <a:prstGeom prst="rect">
            <a:avLst/>
          </a:prstGeom>
          <a:noFill/>
          <a:ln w="0">
            <a:noFill/>
            <a:prstDash val="solid"/>
          </a:ln>
        </p:spPr>
        <p:txBody>
          <a:bodyPr anchor="ctr"/>
          <a:lstStyle>
            <a:defPPr>
              <a:defRPr sz="1725" b="0">
                <a:solidFill>
                  <a:srgbClr val="243D59"/>
                </a:solidFill>
              </a:defRPr>
            </a:defPPr>
            <a:lvl1pPr>
              <a:defRPr sz="1725" b="0">
                <a:solidFill>
                  <a:srgbClr val="243D59"/>
                </a:solidFill>
              </a:defRPr>
            </a:lvl1pPr>
            <a:lvl2pPr>
              <a:defRPr sz="1725" b="0">
                <a:solidFill>
                  <a:srgbClr val="243D59"/>
                </a:solidFill>
              </a:defRPr>
            </a:lvl2pPr>
            <a:lvl3pPr>
              <a:defRPr sz="1725" b="0">
                <a:solidFill>
                  <a:srgbClr val="243D59"/>
                </a:solidFill>
              </a:defRPr>
            </a:lvl3pPr>
            <a:lvl4pPr>
              <a:defRPr sz="1725" b="0">
                <a:solidFill>
                  <a:srgbClr val="243D59"/>
                </a:solidFill>
              </a:defRPr>
            </a:lvl4pPr>
            <a:lvl5pPr>
              <a:defRPr sz="1725" b="0">
                <a:solidFill>
                  <a:srgbClr val="243D59"/>
                </a:solidFill>
              </a:defRPr>
            </a:lvl5pPr>
            <a:lvl6pPr>
              <a:defRPr sz="1725" b="0">
                <a:solidFill>
                  <a:srgbClr val="243D59"/>
                </a:solidFill>
              </a:defRPr>
            </a:lvl6pPr>
            <a:lvl7pPr>
              <a:defRPr sz="1725" b="0">
                <a:solidFill>
                  <a:srgbClr val="243D59"/>
                </a:solidFill>
              </a:defRPr>
            </a:lvl7pPr>
            <a:lvl8pPr>
              <a:defRPr sz="1725" b="0">
                <a:solidFill>
                  <a:srgbClr val="243D59"/>
                </a:solidFill>
              </a:defRPr>
            </a:lvl8pPr>
            <a:lvl9pPr>
              <a:defRPr sz="1725" b="0">
                <a:solidFill>
                  <a:srgbClr val="243D59"/>
                </a:solidFill>
              </a:defRPr>
            </a:lvl9pPr>
          </a:lstStyle>
          <a:p>
            <a:pPr>
              <a:defRPr sz="1725" b="0">
                <a:solidFill>
                  <a:srgbClr val="243D59"/>
                </a:solidFill>
              </a:defRPr>
            </a:pPr>
            <a:r>
              <a:rPr lang="en-US" sz="1514"/>
              <a:t>Bring courses and labs</a:t>
            </a:r>
          </a:p>
          <a:p>
            <a:pPr>
              <a:defRPr sz="1725" b="0">
                <a:solidFill>
                  <a:srgbClr val="243D59"/>
                </a:solidFill>
              </a:defRPr>
            </a:pPr>
            <a:r>
              <a:rPr lang="en-US" sz="1514"/>
              <a:t>into your classrooms</a:t>
            </a:r>
          </a:p>
        </p:txBody>
      </p:sp>
      <p:sp>
        <p:nvSpPr>
          <p:cNvPr id="7" name="矩形 6">
            <a:extLst>
              <a:ext uri="{FF2B5EF4-FFF2-40B4-BE49-F238E27FC236}">
                <a16:creationId xmlns:a16="http://schemas.microsoft.com/office/drawing/2014/main" id="{50492D19-AD4C-4A8C-ADA0-9BC22F99E3AF}"/>
              </a:ext>
            </a:extLst>
          </p:cNvPr>
          <p:cNvSpPr>
            <a:spLocks noGrp="1"/>
          </p:cNvSpPr>
          <p:nvPr/>
        </p:nvSpPr>
        <p:spPr>
          <a:xfrm>
            <a:off x="8053600" y="1580198"/>
            <a:ext cx="2048404" cy="401320"/>
          </a:xfrm>
          <a:prstGeom prst="rect">
            <a:avLst/>
          </a:prstGeom>
          <a:noFill/>
          <a:ln w="0">
            <a:noFill/>
            <a:prstDash val="solid"/>
          </a:ln>
        </p:spPr>
        <p:txBody>
          <a:bodyPr anchor="ctr"/>
          <a:lstStyle>
            <a:defPPr>
              <a:defRPr sz="2325" b="1">
                <a:solidFill>
                  <a:srgbClr val="2D9DA2"/>
                </a:solidFill>
              </a:defRPr>
            </a:defPPr>
            <a:lvl1pPr>
              <a:defRPr sz="2325" b="1">
                <a:solidFill>
                  <a:srgbClr val="2D9DA2"/>
                </a:solidFill>
              </a:defRPr>
            </a:lvl1pPr>
            <a:lvl2pPr>
              <a:defRPr sz="2325" b="1">
                <a:solidFill>
                  <a:srgbClr val="2D9DA2"/>
                </a:solidFill>
              </a:defRPr>
            </a:lvl2pPr>
            <a:lvl3pPr>
              <a:defRPr sz="2325" b="1">
                <a:solidFill>
                  <a:srgbClr val="2D9DA2"/>
                </a:solidFill>
              </a:defRPr>
            </a:lvl3pPr>
            <a:lvl4pPr>
              <a:defRPr sz="2325" b="1">
                <a:solidFill>
                  <a:srgbClr val="2D9DA2"/>
                </a:solidFill>
              </a:defRPr>
            </a:lvl4pPr>
            <a:lvl5pPr>
              <a:defRPr sz="2325" b="1">
                <a:solidFill>
                  <a:srgbClr val="2D9DA2"/>
                </a:solidFill>
              </a:defRPr>
            </a:lvl5pPr>
            <a:lvl6pPr>
              <a:defRPr sz="2325" b="1">
                <a:solidFill>
                  <a:srgbClr val="2D9DA2"/>
                </a:solidFill>
              </a:defRPr>
            </a:lvl6pPr>
            <a:lvl7pPr>
              <a:defRPr sz="2325" b="1">
                <a:solidFill>
                  <a:srgbClr val="2D9DA2"/>
                </a:solidFill>
              </a:defRPr>
            </a:lvl7pPr>
            <a:lvl8pPr>
              <a:defRPr sz="2325" b="1">
                <a:solidFill>
                  <a:srgbClr val="2D9DA2"/>
                </a:solidFill>
              </a:defRPr>
            </a:lvl8pPr>
            <a:lvl9pPr>
              <a:defRPr sz="2325" b="1">
                <a:solidFill>
                  <a:srgbClr val="2D9DA2"/>
                </a:solidFill>
              </a:defRPr>
            </a:lvl9pPr>
          </a:lstStyle>
          <a:p>
            <a:pPr>
              <a:defRPr sz="2325" b="1">
                <a:solidFill>
                  <a:srgbClr val="2D9DA2"/>
                </a:solidFill>
              </a:defRPr>
            </a:pPr>
            <a:r>
              <a:rPr lang="en-US" sz="2041"/>
              <a:t>We</a:t>
            </a:r>
          </a:p>
        </p:txBody>
      </p:sp>
      <p:sp>
        <p:nvSpPr>
          <p:cNvPr id="8" name="矩形 7">
            <a:extLst>
              <a:ext uri="{FF2B5EF4-FFF2-40B4-BE49-F238E27FC236}">
                <a16:creationId xmlns:a16="http://schemas.microsoft.com/office/drawing/2014/main" id="{A066658F-F5B7-4F39-9A6A-31FEA8D3C08B}"/>
              </a:ext>
            </a:extLst>
          </p:cNvPr>
          <p:cNvSpPr>
            <a:spLocks noGrp="1"/>
          </p:cNvSpPr>
          <p:nvPr/>
        </p:nvSpPr>
        <p:spPr>
          <a:xfrm>
            <a:off x="8053598" y="2048405"/>
            <a:ext cx="2409536" cy="710671"/>
          </a:xfrm>
          <a:prstGeom prst="rect">
            <a:avLst/>
          </a:prstGeom>
          <a:noFill/>
          <a:ln w="0">
            <a:noFill/>
            <a:prstDash val="solid"/>
          </a:ln>
        </p:spPr>
        <p:txBody>
          <a:bodyPr anchor="ctr"/>
          <a:lstStyle>
            <a:defPPr>
              <a:defRPr sz="1725" b="0">
                <a:solidFill>
                  <a:srgbClr val="243D59"/>
                </a:solidFill>
              </a:defRPr>
            </a:defPPr>
            <a:lvl1pPr>
              <a:defRPr sz="1725" b="0">
                <a:solidFill>
                  <a:srgbClr val="243D59"/>
                </a:solidFill>
              </a:defRPr>
            </a:lvl1pPr>
            <a:lvl2pPr>
              <a:defRPr sz="1725" b="0">
                <a:solidFill>
                  <a:srgbClr val="243D59"/>
                </a:solidFill>
              </a:defRPr>
            </a:lvl2pPr>
            <a:lvl3pPr>
              <a:defRPr sz="1725" b="0">
                <a:solidFill>
                  <a:srgbClr val="243D59"/>
                </a:solidFill>
              </a:defRPr>
            </a:lvl3pPr>
            <a:lvl4pPr>
              <a:defRPr sz="1725" b="0">
                <a:solidFill>
                  <a:srgbClr val="243D59"/>
                </a:solidFill>
              </a:defRPr>
            </a:lvl4pPr>
            <a:lvl5pPr>
              <a:defRPr sz="1725" b="0">
                <a:solidFill>
                  <a:srgbClr val="243D59"/>
                </a:solidFill>
              </a:defRPr>
            </a:lvl5pPr>
            <a:lvl6pPr>
              <a:defRPr sz="1725" b="0">
                <a:solidFill>
                  <a:srgbClr val="243D59"/>
                </a:solidFill>
              </a:defRPr>
            </a:lvl6pPr>
            <a:lvl7pPr>
              <a:defRPr sz="1725" b="0">
                <a:solidFill>
                  <a:srgbClr val="243D59"/>
                </a:solidFill>
              </a:defRPr>
            </a:lvl7pPr>
            <a:lvl8pPr>
              <a:defRPr sz="1725" b="0">
                <a:solidFill>
                  <a:srgbClr val="243D59"/>
                </a:solidFill>
              </a:defRPr>
            </a:lvl8pPr>
            <a:lvl9pPr>
              <a:defRPr sz="1725" b="0">
                <a:solidFill>
                  <a:srgbClr val="243D59"/>
                </a:solidFill>
              </a:defRPr>
            </a:lvl9pPr>
          </a:lstStyle>
          <a:p>
            <a:pPr>
              <a:defRPr sz="1725" b="0">
                <a:solidFill>
                  <a:srgbClr val="243D59"/>
                </a:solidFill>
              </a:defRPr>
            </a:pPr>
            <a:r>
              <a:rPr lang="en-US" sz="1514" dirty="0" err="1"/>
              <a:t>Share resources</a:t>
            </a:r>
          </a:p>
          <a:p>
            <a:pPr>
              <a:defRPr sz="1725" b="0">
                <a:solidFill>
                  <a:srgbClr val="243D59"/>
                </a:solidFill>
              </a:defRPr>
            </a:pPr>
            <a:r>
              <a:rPr lang="en-US" sz="1514" dirty="0" err="1"/>
              <a:t>and pursue joint research</a:t>
            </a:r>
            <a:endParaRPr sz="1514" dirty="0"/>
          </a:p>
        </p:txBody>
      </p:sp>
      <p:pic>
        <p:nvPicPr>
          <p:cNvPr id="9" name="图片 8">
            <a:extLst>
              <a:ext uri="{FF2B5EF4-FFF2-40B4-BE49-F238E27FC236}">
                <a16:creationId xmlns:a16="http://schemas.microsoft.com/office/drawing/2014/main" id="{1650FDDA-E4B0-44EC-9EB9-B9F521A2B7B8}"/>
              </a:ext>
            </a:extLst>
          </p:cNvPr>
          <p:cNvPicPr>
            <a:picLocks noChangeAspect="1"/>
          </p:cNvPicPr>
          <p:nvPr/>
        </p:nvPicPr>
        <p:blipFill>
          <a:blip r:embed="rId3"/>
          <a:stretch/>
        </p:blipFill>
        <p:spPr>
          <a:xfrm>
            <a:off x="3092169" y="1212321"/>
            <a:ext cx="4471598" cy="2516611"/>
          </a:xfrm>
          <a:prstGeom prst="rect">
            <a:avLst/>
          </a:prstGeom>
        </p:spPr>
      </p:pic>
      <p:sp>
        <p:nvSpPr>
          <p:cNvPr id="10" name="矩形 9">
            <a:extLst>
              <a:ext uri="{FF2B5EF4-FFF2-40B4-BE49-F238E27FC236}">
                <a16:creationId xmlns:a16="http://schemas.microsoft.com/office/drawing/2014/main" id="{14E6AFC6-8B0F-4141-A3BC-1ECFAE48327B}"/>
              </a:ext>
            </a:extLst>
          </p:cNvPr>
          <p:cNvSpPr>
            <a:spLocks noGrp="1"/>
          </p:cNvSpPr>
          <p:nvPr/>
        </p:nvSpPr>
        <p:spPr>
          <a:xfrm>
            <a:off x="3087264" y="3611881"/>
            <a:ext cx="4514850" cy="292629"/>
          </a:xfrm>
          <a:prstGeom prst="rect">
            <a:avLst/>
          </a:prstGeom>
          <a:noFill/>
          <a:ln w="0">
            <a:noFill/>
            <a:prstDash val="solid"/>
          </a:ln>
        </p:spPr>
        <p:txBody>
          <a:bodyPr anchor="ctr"/>
          <a:lstStyle>
            <a:defPPr>
              <a:defRPr sz="1725" b="1">
                <a:solidFill>
                  <a:srgbClr val="2D7F87"/>
                </a:solidFill>
              </a:defRPr>
            </a:defPPr>
            <a:lvl1pPr>
              <a:defRPr sz="1725" b="1">
                <a:solidFill>
                  <a:srgbClr val="2D7F87"/>
                </a:solidFill>
              </a:defRPr>
            </a:lvl1pPr>
            <a:lvl2pPr>
              <a:defRPr sz="1725" b="1">
                <a:solidFill>
                  <a:srgbClr val="2D7F87"/>
                </a:solidFill>
              </a:defRPr>
            </a:lvl2pPr>
            <a:lvl3pPr>
              <a:defRPr sz="1725" b="1">
                <a:solidFill>
                  <a:srgbClr val="2D7F87"/>
                </a:solidFill>
              </a:defRPr>
            </a:lvl3pPr>
            <a:lvl4pPr>
              <a:defRPr sz="1725" b="1">
                <a:solidFill>
                  <a:srgbClr val="2D7F87"/>
                </a:solidFill>
              </a:defRPr>
            </a:lvl4pPr>
            <a:lvl5pPr>
              <a:defRPr sz="1725" b="1">
                <a:solidFill>
                  <a:srgbClr val="2D7F87"/>
                </a:solidFill>
              </a:defRPr>
            </a:lvl5pPr>
            <a:lvl6pPr>
              <a:defRPr sz="1725" b="1">
                <a:solidFill>
                  <a:srgbClr val="2D7F87"/>
                </a:solidFill>
              </a:defRPr>
            </a:lvl6pPr>
            <a:lvl7pPr>
              <a:defRPr sz="1725" b="1">
                <a:solidFill>
                  <a:srgbClr val="2D7F87"/>
                </a:solidFill>
              </a:defRPr>
            </a:lvl7pPr>
            <a:lvl8pPr>
              <a:defRPr sz="1725" b="1">
                <a:solidFill>
                  <a:srgbClr val="2D7F87"/>
                </a:solidFill>
              </a:defRPr>
            </a:lvl8pPr>
            <a:lvl9pPr>
              <a:defRPr sz="1725" b="1">
                <a:solidFill>
                  <a:srgbClr val="2D7F87"/>
                </a:solidFill>
              </a:defRPr>
            </a:lvl9pPr>
          </a:lstStyle>
          <a:p>
            <a:pPr>
              <a:defRPr sz="1725" b="1">
                <a:solidFill>
                  <a:srgbClr val="2D7F87"/>
                </a:solidFill>
              </a:defRPr>
            </a:pPr>
            <a:r>
              <a:rPr lang="en-US" sz="1514"/>
              <a:t>Connection is the soil of shared growth</a:t>
            </a:r>
          </a:p>
        </p:txBody>
      </p:sp>
      <p:sp>
        <p:nvSpPr>
          <p:cNvPr id="11" name="矩形 10">
            <a:extLst>
              <a:ext uri="{FF2B5EF4-FFF2-40B4-BE49-F238E27FC236}">
                <a16:creationId xmlns:a16="http://schemas.microsoft.com/office/drawing/2014/main" id="{AC136686-D932-43F0-935B-F55A0ECE8637}"/>
              </a:ext>
            </a:extLst>
          </p:cNvPr>
          <p:cNvSpPr>
            <a:spLocks noGrp="1"/>
          </p:cNvSpPr>
          <p:nvPr/>
        </p:nvSpPr>
        <p:spPr>
          <a:xfrm>
            <a:off x="453602" y="4055004"/>
            <a:ext cx="9798897" cy="16722"/>
          </a:xfrm>
          <a:prstGeom prst="rect">
            <a:avLst/>
          </a:prstGeom>
          <a:solidFill>
            <a:srgbClr val="DCE7F4"/>
          </a:solidFill>
          <a:ln w="0">
            <a:noFill/>
            <a:prstDash val="solid"/>
          </a:ln>
        </p:spPr>
      </p:sp>
      <p:sp>
        <p:nvSpPr>
          <p:cNvPr id="12" name="矩形 11">
            <a:extLst>
              <a:ext uri="{FF2B5EF4-FFF2-40B4-BE49-F238E27FC236}">
                <a16:creationId xmlns:a16="http://schemas.microsoft.com/office/drawing/2014/main" id="{0185719D-F631-4A9B-AD2E-810D1595F8BD}"/>
              </a:ext>
            </a:extLst>
          </p:cNvPr>
          <p:cNvSpPr>
            <a:spLocks noGrp="1"/>
          </p:cNvSpPr>
          <p:nvPr/>
        </p:nvSpPr>
        <p:spPr>
          <a:xfrm>
            <a:off x="470323" y="4180417"/>
            <a:ext cx="5016500" cy="359516"/>
          </a:xfrm>
          <a:prstGeom prst="rect">
            <a:avLst/>
          </a:prstGeom>
          <a:noFill/>
          <a:ln w="0">
            <a:noFill/>
            <a:prstDash val="solid"/>
          </a:ln>
        </p:spPr>
        <p:txBody>
          <a:bodyPr anchor="ctr"/>
          <a:lstStyle>
            <a:defPPr>
              <a:defRPr sz="2025" b="1">
                <a:solidFill>
                  <a:srgbClr val="173456"/>
                </a:solidFill>
              </a:defRPr>
            </a:defPPr>
            <a:lvl1pPr>
              <a:defRPr sz="2025" b="1">
                <a:solidFill>
                  <a:srgbClr val="173456"/>
                </a:solidFill>
              </a:defRPr>
            </a:lvl1pPr>
            <a:lvl2pPr>
              <a:defRPr sz="2025" b="1">
                <a:solidFill>
                  <a:srgbClr val="173456"/>
                </a:solidFill>
              </a:defRPr>
            </a:lvl2pPr>
            <a:lvl3pPr>
              <a:defRPr sz="2025" b="1">
                <a:solidFill>
                  <a:srgbClr val="173456"/>
                </a:solidFill>
              </a:defRPr>
            </a:lvl3pPr>
            <a:lvl4pPr>
              <a:defRPr sz="2025" b="1">
                <a:solidFill>
                  <a:srgbClr val="173456"/>
                </a:solidFill>
              </a:defRPr>
            </a:lvl4pPr>
            <a:lvl5pPr>
              <a:defRPr sz="2025" b="1">
                <a:solidFill>
                  <a:srgbClr val="173456"/>
                </a:solidFill>
              </a:defRPr>
            </a:lvl5pPr>
            <a:lvl6pPr>
              <a:defRPr sz="2025" b="1">
                <a:solidFill>
                  <a:srgbClr val="173456"/>
                </a:solidFill>
              </a:defRPr>
            </a:lvl6pPr>
            <a:lvl7pPr>
              <a:defRPr sz="2025" b="1">
                <a:solidFill>
                  <a:srgbClr val="173456"/>
                </a:solidFill>
              </a:defRPr>
            </a:lvl7pPr>
            <a:lvl8pPr>
              <a:defRPr sz="2025" b="1">
                <a:solidFill>
                  <a:srgbClr val="173456"/>
                </a:solidFill>
              </a:defRPr>
            </a:lvl8pPr>
            <a:lvl9pPr>
              <a:defRPr sz="2025" b="1">
                <a:solidFill>
                  <a:srgbClr val="173456"/>
                </a:solidFill>
              </a:defRPr>
            </a:lvl9pPr>
          </a:lstStyle>
          <a:p>
            <a:pPr>
              <a:defRPr sz="2025" b="1">
                <a:solidFill>
                  <a:srgbClr val="173456"/>
                </a:solidFill>
              </a:defRPr>
            </a:pPr>
            <a:r>
              <a:rPr lang="en-US" sz="1778" dirty="0" err="1"/>
              <a:t>Three Areas for Future Collaboration</a:t>
            </a:r>
            <a:endParaRPr sz="1778" dirty="0"/>
          </a:p>
        </p:txBody>
      </p:sp>
      <p:sp>
        <p:nvSpPr>
          <p:cNvPr id="13" name="矩形 12">
            <a:extLst>
              <a:ext uri="{FF2B5EF4-FFF2-40B4-BE49-F238E27FC236}">
                <a16:creationId xmlns:a16="http://schemas.microsoft.com/office/drawing/2014/main" id="{F39E4FBE-9DA5-4A44-8A97-D761FFBE2421}"/>
              </a:ext>
            </a:extLst>
          </p:cNvPr>
          <p:cNvSpPr>
            <a:spLocks noGrp="1"/>
          </p:cNvSpPr>
          <p:nvPr/>
        </p:nvSpPr>
        <p:spPr>
          <a:xfrm>
            <a:off x="470324" y="4615180"/>
            <a:ext cx="510011" cy="309351"/>
          </a:xfrm>
          <a:prstGeom prst="rect">
            <a:avLst/>
          </a:prstGeom>
          <a:noFill/>
          <a:ln w="0">
            <a:noFill/>
            <a:prstDash val="solid"/>
          </a:ln>
        </p:spPr>
        <p:txBody>
          <a:bodyPr anchor="ctr"/>
          <a:lstStyle>
            <a:defPPr>
              <a:defRPr sz="1875" b="1">
                <a:solidFill>
                  <a:srgbClr val="4779C8"/>
                </a:solidFill>
              </a:defRPr>
            </a:defPPr>
            <a:lvl1pPr>
              <a:defRPr sz="1875" b="1">
                <a:solidFill>
                  <a:srgbClr val="4779C8"/>
                </a:solidFill>
              </a:defRPr>
            </a:lvl1pPr>
            <a:lvl2pPr>
              <a:defRPr sz="1875" b="1">
                <a:solidFill>
                  <a:srgbClr val="4779C8"/>
                </a:solidFill>
              </a:defRPr>
            </a:lvl2pPr>
            <a:lvl3pPr>
              <a:defRPr sz="1875" b="1">
                <a:solidFill>
                  <a:srgbClr val="4779C8"/>
                </a:solidFill>
              </a:defRPr>
            </a:lvl3pPr>
            <a:lvl4pPr>
              <a:defRPr sz="1875" b="1">
                <a:solidFill>
                  <a:srgbClr val="4779C8"/>
                </a:solidFill>
              </a:defRPr>
            </a:lvl4pPr>
            <a:lvl5pPr>
              <a:defRPr sz="1875" b="1">
                <a:solidFill>
                  <a:srgbClr val="4779C8"/>
                </a:solidFill>
              </a:defRPr>
            </a:lvl5pPr>
            <a:lvl6pPr>
              <a:defRPr sz="1875" b="1">
                <a:solidFill>
                  <a:srgbClr val="4779C8"/>
                </a:solidFill>
              </a:defRPr>
            </a:lvl6pPr>
            <a:lvl7pPr>
              <a:defRPr sz="1875" b="1">
                <a:solidFill>
                  <a:srgbClr val="4779C8"/>
                </a:solidFill>
              </a:defRPr>
            </a:lvl7pPr>
            <a:lvl8pPr>
              <a:defRPr sz="1875" b="1">
                <a:solidFill>
                  <a:srgbClr val="4779C8"/>
                </a:solidFill>
              </a:defRPr>
            </a:lvl8pPr>
            <a:lvl9pPr>
              <a:defRPr sz="1875" b="1">
                <a:solidFill>
                  <a:srgbClr val="4779C8"/>
                </a:solidFill>
              </a:defRPr>
            </a:lvl9pPr>
          </a:lstStyle>
          <a:p>
            <a:pPr>
              <a:defRPr sz="1875" b="1">
                <a:solidFill>
                  <a:srgbClr val="4779C8"/>
                </a:solidFill>
              </a:defRPr>
            </a:pPr>
            <a:r>
              <a:rPr sz="1646"/>
              <a:t>01</a:t>
            </a:r>
          </a:p>
        </p:txBody>
      </p:sp>
      <p:sp>
        <p:nvSpPr>
          <p:cNvPr id="14" name="矩形 13">
            <a:extLst>
              <a:ext uri="{FF2B5EF4-FFF2-40B4-BE49-F238E27FC236}">
                <a16:creationId xmlns:a16="http://schemas.microsoft.com/office/drawing/2014/main" id="{D14CAA30-CBC9-4CEA-94A9-5C7F9925BAD9}"/>
              </a:ext>
            </a:extLst>
          </p:cNvPr>
          <p:cNvSpPr>
            <a:spLocks noGrp="1"/>
          </p:cNvSpPr>
          <p:nvPr/>
        </p:nvSpPr>
        <p:spPr>
          <a:xfrm>
            <a:off x="1022138" y="4615180"/>
            <a:ext cx="2424642" cy="326073"/>
          </a:xfrm>
          <a:prstGeom prst="rect">
            <a:avLst/>
          </a:prstGeom>
          <a:noFill/>
          <a:ln w="0">
            <a:noFill/>
            <a:prstDash val="solid"/>
          </a:ln>
        </p:spPr>
        <p:txBody>
          <a:bodyPr anchor="ctr"/>
          <a:lstStyle>
            <a:defPPr>
              <a:defRPr sz="1875" b="1">
                <a:solidFill>
                  <a:srgbClr val="173456"/>
                </a:solidFill>
              </a:defRPr>
            </a:defPPr>
            <a:lvl1pPr>
              <a:defRPr sz="1875" b="1">
                <a:solidFill>
                  <a:srgbClr val="173456"/>
                </a:solidFill>
              </a:defRPr>
            </a:lvl1pPr>
            <a:lvl2pPr>
              <a:defRPr sz="1875" b="1">
                <a:solidFill>
                  <a:srgbClr val="173456"/>
                </a:solidFill>
              </a:defRPr>
            </a:lvl2pPr>
            <a:lvl3pPr>
              <a:defRPr sz="1875" b="1">
                <a:solidFill>
                  <a:srgbClr val="173456"/>
                </a:solidFill>
              </a:defRPr>
            </a:lvl3pPr>
            <a:lvl4pPr>
              <a:defRPr sz="1875" b="1">
                <a:solidFill>
                  <a:srgbClr val="173456"/>
                </a:solidFill>
              </a:defRPr>
            </a:lvl4pPr>
            <a:lvl5pPr>
              <a:defRPr sz="1875" b="1">
                <a:solidFill>
                  <a:srgbClr val="173456"/>
                </a:solidFill>
              </a:defRPr>
            </a:lvl5pPr>
            <a:lvl6pPr>
              <a:defRPr sz="1875" b="1">
                <a:solidFill>
                  <a:srgbClr val="173456"/>
                </a:solidFill>
              </a:defRPr>
            </a:lvl6pPr>
            <a:lvl7pPr>
              <a:defRPr sz="1875" b="1">
                <a:solidFill>
                  <a:srgbClr val="173456"/>
                </a:solidFill>
              </a:defRPr>
            </a:lvl7pPr>
            <a:lvl8pPr>
              <a:defRPr sz="1875" b="1">
                <a:solidFill>
                  <a:srgbClr val="173456"/>
                </a:solidFill>
              </a:defRPr>
            </a:lvl8pPr>
            <a:lvl9pPr>
              <a:defRPr sz="1875" b="1">
                <a:solidFill>
                  <a:srgbClr val="173456"/>
                </a:solidFill>
              </a:defRPr>
            </a:lvl9pPr>
          </a:lstStyle>
          <a:p>
            <a:pPr>
              <a:defRPr sz="1875" b="1">
                <a:solidFill>
                  <a:srgbClr val="173456"/>
                </a:solidFill>
              </a:defRPr>
            </a:pPr>
            <a:r>
              <a:rPr lang="en-US" sz="1646"/>
              <a:t>Course Development</a:t>
            </a:r>
          </a:p>
        </p:txBody>
      </p:sp>
      <p:sp>
        <p:nvSpPr>
          <p:cNvPr id="15" name="矩形 14">
            <a:extLst>
              <a:ext uri="{FF2B5EF4-FFF2-40B4-BE49-F238E27FC236}">
                <a16:creationId xmlns:a16="http://schemas.microsoft.com/office/drawing/2014/main" id="{67AA980C-3EC9-4092-909E-5964C358E1CD}"/>
              </a:ext>
            </a:extLst>
          </p:cNvPr>
          <p:cNvSpPr>
            <a:spLocks noGrp="1"/>
          </p:cNvSpPr>
          <p:nvPr/>
        </p:nvSpPr>
        <p:spPr>
          <a:xfrm>
            <a:off x="470324" y="5041583"/>
            <a:ext cx="2884488" cy="585258"/>
          </a:xfrm>
          <a:prstGeom prst="rect">
            <a:avLst/>
          </a:prstGeom>
          <a:noFill/>
          <a:ln w="0">
            <a:noFill/>
            <a:prstDash val="solid"/>
          </a:ln>
        </p:spPr>
        <p:txBody>
          <a:bodyPr anchor="ctr"/>
          <a:lstStyle>
            <a:defPPr>
              <a:defRPr sz="1500" b="0">
                <a:solidFill>
                  <a:srgbClr val="344A62"/>
                </a:solidFill>
              </a:defRPr>
            </a:defPPr>
            <a:lvl1pPr>
              <a:defRPr sz="1500" b="0">
                <a:solidFill>
                  <a:srgbClr val="344A62"/>
                </a:solidFill>
              </a:defRPr>
            </a:lvl1pPr>
            <a:lvl2pPr>
              <a:defRPr sz="1500" b="0">
                <a:solidFill>
                  <a:srgbClr val="344A62"/>
                </a:solidFill>
              </a:defRPr>
            </a:lvl2pPr>
            <a:lvl3pPr>
              <a:defRPr sz="1500" b="0">
                <a:solidFill>
                  <a:srgbClr val="344A62"/>
                </a:solidFill>
              </a:defRPr>
            </a:lvl3pPr>
            <a:lvl4pPr>
              <a:defRPr sz="1500" b="0">
                <a:solidFill>
                  <a:srgbClr val="344A62"/>
                </a:solidFill>
              </a:defRPr>
            </a:lvl4pPr>
            <a:lvl5pPr>
              <a:defRPr sz="1500" b="0">
                <a:solidFill>
                  <a:srgbClr val="344A62"/>
                </a:solidFill>
              </a:defRPr>
            </a:lvl5pPr>
            <a:lvl6pPr>
              <a:defRPr sz="1500" b="0">
                <a:solidFill>
                  <a:srgbClr val="344A62"/>
                </a:solidFill>
              </a:defRPr>
            </a:lvl6pPr>
            <a:lvl7pPr>
              <a:defRPr sz="1500" b="0">
                <a:solidFill>
                  <a:srgbClr val="344A62"/>
                </a:solidFill>
              </a:defRPr>
            </a:lvl7pPr>
            <a:lvl8pPr>
              <a:defRPr sz="1500" b="0">
                <a:solidFill>
                  <a:srgbClr val="344A62"/>
                </a:solidFill>
              </a:defRPr>
            </a:lvl8pPr>
            <a:lvl9pPr>
              <a:defRPr sz="1500" b="0">
                <a:solidFill>
                  <a:srgbClr val="344A62"/>
                </a:solidFill>
              </a:defRPr>
            </a:lvl9pPr>
          </a:lstStyle>
          <a:p>
            <a:pPr>
              <a:defRPr sz="1500" b="0">
                <a:solidFill>
                  <a:srgbClr val="344A62"/>
                </a:solidFill>
              </a:defRPr>
            </a:pPr>
            <a:r>
              <a:rPr lang="en-US" sz="1317"/>
              <a:t>Share slides, lesson plans, and labs</a:t>
            </a:r>
          </a:p>
          <a:p>
            <a:pPr>
              <a:defRPr sz="1500" b="0">
                <a:solidFill>
                  <a:srgbClr val="344A62"/>
                </a:solidFill>
              </a:defRPr>
            </a:pPr>
            <a:r>
              <a:rPr lang="en-US" sz="1317"/>
              <a:t>to support local course improvement</a:t>
            </a:r>
          </a:p>
        </p:txBody>
      </p:sp>
      <p:sp>
        <p:nvSpPr>
          <p:cNvPr id="16" name="矩形 15">
            <a:extLst>
              <a:ext uri="{FF2B5EF4-FFF2-40B4-BE49-F238E27FC236}">
                <a16:creationId xmlns:a16="http://schemas.microsoft.com/office/drawing/2014/main" id="{1657FD74-DC95-44CC-8894-4AD72A2511BF}"/>
              </a:ext>
            </a:extLst>
          </p:cNvPr>
          <p:cNvSpPr>
            <a:spLocks noGrp="1"/>
          </p:cNvSpPr>
          <p:nvPr/>
        </p:nvSpPr>
        <p:spPr>
          <a:xfrm>
            <a:off x="3831379" y="4615180"/>
            <a:ext cx="510011" cy="309351"/>
          </a:xfrm>
          <a:prstGeom prst="rect">
            <a:avLst/>
          </a:prstGeom>
          <a:noFill/>
          <a:ln w="0">
            <a:noFill/>
            <a:prstDash val="solid"/>
          </a:ln>
        </p:spPr>
        <p:txBody>
          <a:bodyPr anchor="ctr"/>
          <a:lstStyle>
            <a:defPPr>
              <a:defRPr sz="1875" b="1">
                <a:solidFill>
                  <a:srgbClr val="2D9DA2"/>
                </a:solidFill>
              </a:defRPr>
            </a:defPPr>
            <a:lvl1pPr>
              <a:defRPr sz="1875" b="1">
                <a:solidFill>
                  <a:srgbClr val="2D9DA2"/>
                </a:solidFill>
              </a:defRPr>
            </a:lvl1pPr>
            <a:lvl2pPr>
              <a:defRPr sz="1875" b="1">
                <a:solidFill>
                  <a:srgbClr val="2D9DA2"/>
                </a:solidFill>
              </a:defRPr>
            </a:lvl2pPr>
            <a:lvl3pPr>
              <a:defRPr sz="1875" b="1">
                <a:solidFill>
                  <a:srgbClr val="2D9DA2"/>
                </a:solidFill>
              </a:defRPr>
            </a:lvl3pPr>
            <a:lvl4pPr>
              <a:defRPr sz="1875" b="1">
                <a:solidFill>
                  <a:srgbClr val="2D9DA2"/>
                </a:solidFill>
              </a:defRPr>
            </a:lvl4pPr>
            <a:lvl5pPr>
              <a:defRPr sz="1875" b="1">
                <a:solidFill>
                  <a:srgbClr val="2D9DA2"/>
                </a:solidFill>
              </a:defRPr>
            </a:lvl5pPr>
            <a:lvl6pPr>
              <a:defRPr sz="1875" b="1">
                <a:solidFill>
                  <a:srgbClr val="2D9DA2"/>
                </a:solidFill>
              </a:defRPr>
            </a:lvl6pPr>
            <a:lvl7pPr>
              <a:defRPr sz="1875" b="1">
                <a:solidFill>
                  <a:srgbClr val="2D9DA2"/>
                </a:solidFill>
              </a:defRPr>
            </a:lvl7pPr>
            <a:lvl8pPr>
              <a:defRPr sz="1875" b="1">
                <a:solidFill>
                  <a:srgbClr val="2D9DA2"/>
                </a:solidFill>
              </a:defRPr>
            </a:lvl8pPr>
            <a:lvl9pPr>
              <a:defRPr sz="1875" b="1">
                <a:solidFill>
                  <a:srgbClr val="2D9DA2"/>
                </a:solidFill>
              </a:defRPr>
            </a:lvl9pPr>
          </a:lstStyle>
          <a:p>
            <a:pPr>
              <a:defRPr sz="1875" b="1">
                <a:solidFill>
                  <a:srgbClr val="2D9DA2"/>
                </a:solidFill>
              </a:defRPr>
            </a:pPr>
            <a:r>
              <a:rPr sz="1646"/>
              <a:t>02</a:t>
            </a:r>
          </a:p>
        </p:txBody>
      </p:sp>
      <p:sp>
        <p:nvSpPr>
          <p:cNvPr id="17" name="矩形 16">
            <a:extLst>
              <a:ext uri="{FF2B5EF4-FFF2-40B4-BE49-F238E27FC236}">
                <a16:creationId xmlns:a16="http://schemas.microsoft.com/office/drawing/2014/main" id="{9A7D59D3-2D2C-4658-81A6-4489232E86BF}"/>
              </a:ext>
            </a:extLst>
          </p:cNvPr>
          <p:cNvSpPr>
            <a:spLocks noGrp="1"/>
          </p:cNvSpPr>
          <p:nvPr/>
        </p:nvSpPr>
        <p:spPr>
          <a:xfrm>
            <a:off x="4383193" y="4615180"/>
            <a:ext cx="2424642" cy="326073"/>
          </a:xfrm>
          <a:prstGeom prst="rect">
            <a:avLst/>
          </a:prstGeom>
          <a:noFill/>
          <a:ln w="0">
            <a:noFill/>
            <a:prstDash val="solid"/>
          </a:ln>
        </p:spPr>
        <p:txBody>
          <a:bodyPr anchor="ctr"/>
          <a:lstStyle>
            <a:defPPr>
              <a:defRPr sz="1875" b="1">
                <a:solidFill>
                  <a:srgbClr val="173456"/>
                </a:solidFill>
              </a:defRPr>
            </a:defPPr>
            <a:lvl1pPr>
              <a:defRPr sz="1875" b="1">
                <a:solidFill>
                  <a:srgbClr val="173456"/>
                </a:solidFill>
              </a:defRPr>
            </a:lvl1pPr>
            <a:lvl2pPr>
              <a:defRPr sz="1875" b="1">
                <a:solidFill>
                  <a:srgbClr val="173456"/>
                </a:solidFill>
              </a:defRPr>
            </a:lvl2pPr>
            <a:lvl3pPr>
              <a:defRPr sz="1875" b="1">
                <a:solidFill>
                  <a:srgbClr val="173456"/>
                </a:solidFill>
              </a:defRPr>
            </a:lvl3pPr>
            <a:lvl4pPr>
              <a:defRPr sz="1875" b="1">
                <a:solidFill>
                  <a:srgbClr val="173456"/>
                </a:solidFill>
              </a:defRPr>
            </a:lvl4pPr>
            <a:lvl5pPr>
              <a:defRPr sz="1875" b="1">
                <a:solidFill>
                  <a:srgbClr val="173456"/>
                </a:solidFill>
              </a:defRPr>
            </a:lvl5pPr>
            <a:lvl6pPr>
              <a:defRPr sz="1875" b="1">
                <a:solidFill>
                  <a:srgbClr val="173456"/>
                </a:solidFill>
              </a:defRPr>
            </a:lvl6pPr>
            <a:lvl7pPr>
              <a:defRPr sz="1875" b="1">
                <a:solidFill>
                  <a:srgbClr val="173456"/>
                </a:solidFill>
              </a:defRPr>
            </a:lvl7pPr>
            <a:lvl8pPr>
              <a:defRPr sz="1875" b="1">
                <a:solidFill>
                  <a:srgbClr val="173456"/>
                </a:solidFill>
              </a:defRPr>
            </a:lvl8pPr>
            <a:lvl9pPr>
              <a:defRPr sz="1875" b="1">
                <a:solidFill>
                  <a:srgbClr val="173456"/>
                </a:solidFill>
              </a:defRPr>
            </a:lvl9pPr>
          </a:lstStyle>
          <a:p>
            <a:pPr>
              <a:defRPr sz="1875" b="1">
                <a:solidFill>
                  <a:srgbClr val="173456"/>
                </a:solidFill>
              </a:defRPr>
            </a:pPr>
            <a:r>
              <a:rPr lang="en-US" sz="1646"/>
              <a:t>Talent Development</a:t>
            </a:r>
          </a:p>
        </p:txBody>
      </p:sp>
      <p:sp>
        <p:nvSpPr>
          <p:cNvPr id="18" name="矩形 17">
            <a:extLst>
              <a:ext uri="{FF2B5EF4-FFF2-40B4-BE49-F238E27FC236}">
                <a16:creationId xmlns:a16="http://schemas.microsoft.com/office/drawing/2014/main" id="{613FAA50-4C73-403B-B3A6-93F352ACE6AE}"/>
              </a:ext>
            </a:extLst>
          </p:cNvPr>
          <p:cNvSpPr>
            <a:spLocks noGrp="1"/>
          </p:cNvSpPr>
          <p:nvPr/>
        </p:nvSpPr>
        <p:spPr>
          <a:xfrm>
            <a:off x="3831379" y="5041583"/>
            <a:ext cx="2884488" cy="585258"/>
          </a:xfrm>
          <a:prstGeom prst="rect">
            <a:avLst/>
          </a:prstGeom>
          <a:noFill/>
          <a:ln w="0">
            <a:noFill/>
            <a:prstDash val="solid"/>
          </a:ln>
        </p:spPr>
        <p:txBody>
          <a:bodyPr anchor="ctr"/>
          <a:lstStyle>
            <a:defPPr>
              <a:defRPr sz="1500" b="0">
                <a:solidFill>
                  <a:srgbClr val="344A62"/>
                </a:solidFill>
              </a:defRPr>
            </a:defPPr>
            <a:lvl1pPr>
              <a:defRPr sz="1500" b="0">
                <a:solidFill>
                  <a:srgbClr val="344A62"/>
                </a:solidFill>
              </a:defRPr>
            </a:lvl1pPr>
            <a:lvl2pPr>
              <a:defRPr sz="1500" b="0">
                <a:solidFill>
                  <a:srgbClr val="344A62"/>
                </a:solidFill>
              </a:defRPr>
            </a:lvl2pPr>
            <a:lvl3pPr>
              <a:defRPr sz="1500" b="0">
                <a:solidFill>
                  <a:srgbClr val="344A62"/>
                </a:solidFill>
              </a:defRPr>
            </a:lvl3pPr>
            <a:lvl4pPr>
              <a:defRPr sz="1500" b="0">
                <a:solidFill>
                  <a:srgbClr val="344A62"/>
                </a:solidFill>
              </a:defRPr>
            </a:lvl4pPr>
            <a:lvl5pPr>
              <a:defRPr sz="1500" b="0">
                <a:solidFill>
                  <a:srgbClr val="344A62"/>
                </a:solidFill>
              </a:defRPr>
            </a:lvl5pPr>
            <a:lvl6pPr>
              <a:defRPr sz="1500" b="0">
                <a:solidFill>
                  <a:srgbClr val="344A62"/>
                </a:solidFill>
              </a:defRPr>
            </a:lvl6pPr>
            <a:lvl7pPr>
              <a:defRPr sz="1500" b="0">
                <a:solidFill>
                  <a:srgbClr val="344A62"/>
                </a:solidFill>
              </a:defRPr>
            </a:lvl7pPr>
            <a:lvl8pPr>
              <a:defRPr sz="1500" b="0">
                <a:solidFill>
                  <a:srgbClr val="344A62"/>
                </a:solidFill>
              </a:defRPr>
            </a:lvl8pPr>
            <a:lvl9pPr>
              <a:defRPr sz="1500" b="0">
                <a:solidFill>
                  <a:srgbClr val="344A62"/>
                </a:solidFill>
              </a:defRPr>
            </a:lvl9pPr>
          </a:lstStyle>
          <a:p>
            <a:pPr>
              <a:defRPr sz="1500" b="0">
                <a:solidFill>
                  <a:srgbClr val="344A62"/>
                </a:solidFill>
              </a:defRPr>
            </a:pPr>
            <a:r>
              <a:rPr lang="en-US" sz="1317"/>
              <a:t>Continue faculty exchanges</a:t>
            </a:r>
          </a:p>
          <a:p>
            <a:pPr>
              <a:defRPr sz="1500" b="0">
                <a:solidFill>
                  <a:srgbClr val="344A62"/>
                </a:solidFill>
              </a:defRPr>
            </a:pPr>
            <a:r>
              <a:rPr lang="en-US" sz="1317"/>
              <a:t>and support students and early-career scholars</a:t>
            </a:r>
          </a:p>
        </p:txBody>
      </p:sp>
      <p:sp>
        <p:nvSpPr>
          <p:cNvPr id="19" name="矩形 18">
            <a:extLst>
              <a:ext uri="{FF2B5EF4-FFF2-40B4-BE49-F238E27FC236}">
                <a16:creationId xmlns:a16="http://schemas.microsoft.com/office/drawing/2014/main" id="{CB05AC6A-3897-4B3B-8EEA-EAC62ADF03D9}"/>
              </a:ext>
            </a:extLst>
          </p:cNvPr>
          <p:cNvSpPr>
            <a:spLocks noGrp="1"/>
          </p:cNvSpPr>
          <p:nvPr/>
        </p:nvSpPr>
        <p:spPr>
          <a:xfrm>
            <a:off x="7192434" y="4615180"/>
            <a:ext cx="510011" cy="309351"/>
          </a:xfrm>
          <a:prstGeom prst="rect">
            <a:avLst/>
          </a:prstGeom>
          <a:noFill/>
          <a:ln w="0">
            <a:noFill/>
            <a:prstDash val="solid"/>
          </a:ln>
        </p:spPr>
        <p:txBody>
          <a:bodyPr anchor="ctr"/>
          <a:lstStyle>
            <a:defPPr>
              <a:defRPr sz="1875" b="1">
                <a:solidFill>
                  <a:srgbClr val="D19B3E"/>
                </a:solidFill>
              </a:defRPr>
            </a:defPPr>
            <a:lvl1pPr>
              <a:defRPr sz="1875" b="1">
                <a:solidFill>
                  <a:srgbClr val="D19B3E"/>
                </a:solidFill>
              </a:defRPr>
            </a:lvl1pPr>
            <a:lvl2pPr>
              <a:defRPr sz="1875" b="1">
                <a:solidFill>
                  <a:srgbClr val="D19B3E"/>
                </a:solidFill>
              </a:defRPr>
            </a:lvl2pPr>
            <a:lvl3pPr>
              <a:defRPr sz="1875" b="1">
                <a:solidFill>
                  <a:srgbClr val="D19B3E"/>
                </a:solidFill>
              </a:defRPr>
            </a:lvl3pPr>
            <a:lvl4pPr>
              <a:defRPr sz="1875" b="1">
                <a:solidFill>
                  <a:srgbClr val="D19B3E"/>
                </a:solidFill>
              </a:defRPr>
            </a:lvl4pPr>
            <a:lvl5pPr>
              <a:defRPr sz="1875" b="1">
                <a:solidFill>
                  <a:srgbClr val="D19B3E"/>
                </a:solidFill>
              </a:defRPr>
            </a:lvl5pPr>
            <a:lvl6pPr>
              <a:defRPr sz="1875" b="1">
                <a:solidFill>
                  <a:srgbClr val="D19B3E"/>
                </a:solidFill>
              </a:defRPr>
            </a:lvl6pPr>
            <a:lvl7pPr>
              <a:defRPr sz="1875" b="1">
                <a:solidFill>
                  <a:srgbClr val="D19B3E"/>
                </a:solidFill>
              </a:defRPr>
            </a:lvl7pPr>
            <a:lvl8pPr>
              <a:defRPr sz="1875" b="1">
                <a:solidFill>
                  <a:srgbClr val="D19B3E"/>
                </a:solidFill>
              </a:defRPr>
            </a:lvl8pPr>
            <a:lvl9pPr>
              <a:defRPr sz="1875" b="1">
                <a:solidFill>
                  <a:srgbClr val="D19B3E"/>
                </a:solidFill>
              </a:defRPr>
            </a:lvl9pPr>
          </a:lstStyle>
          <a:p>
            <a:pPr>
              <a:defRPr sz="1875" b="1">
                <a:solidFill>
                  <a:srgbClr val="D19B3E"/>
                </a:solidFill>
              </a:defRPr>
            </a:pPr>
            <a:r>
              <a:rPr sz="1646"/>
              <a:t>03</a:t>
            </a:r>
          </a:p>
        </p:txBody>
      </p:sp>
      <p:sp>
        <p:nvSpPr>
          <p:cNvPr id="20" name="矩形 19">
            <a:extLst>
              <a:ext uri="{FF2B5EF4-FFF2-40B4-BE49-F238E27FC236}">
                <a16:creationId xmlns:a16="http://schemas.microsoft.com/office/drawing/2014/main" id="{5761CC6B-ACD5-4DA9-ACAD-8BFE3C62C13B}"/>
              </a:ext>
            </a:extLst>
          </p:cNvPr>
          <p:cNvSpPr>
            <a:spLocks noGrp="1"/>
          </p:cNvSpPr>
          <p:nvPr/>
        </p:nvSpPr>
        <p:spPr>
          <a:xfrm>
            <a:off x="7744248" y="4615180"/>
            <a:ext cx="2424642" cy="326073"/>
          </a:xfrm>
          <a:prstGeom prst="rect">
            <a:avLst/>
          </a:prstGeom>
          <a:noFill/>
          <a:ln w="0">
            <a:noFill/>
            <a:prstDash val="solid"/>
          </a:ln>
        </p:spPr>
        <p:txBody>
          <a:bodyPr anchor="ctr"/>
          <a:lstStyle>
            <a:defPPr>
              <a:defRPr sz="1875" b="1">
                <a:solidFill>
                  <a:srgbClr val="173456"/>
                </a:solidFill>
              </a:defRPr>
            </a:defPPr>
            <a:lvl1pPr>
              <a:defRPr sz="1875" b="1">
                <a:solidFill>
                  <a:srgbClr val="173456"/>
                </a:solidFill>
              </a:defRPr>
            </a:lvl1pPr>
            <a:lvl2pPr>
              <a:defRPr sz="1875" b="1">
                <a:solidFill>
                  <a:srgbClr val="173456"/>
                </a:solidFill>
              </a:defRPr>
            </a:lvl2pPr>
            <a:lvl3pPr>
              <a:defRPr sz="1875" b="1">
                <a:solidFill>
                  <a:srgbClr val="173456"/>
                </a:solidFill>
              </a:defRPr>
            </a:lvl3pPr>
            <a:lvl4pPr>
              <a:defRPr sz="1875" b="1">
                <a:solidFill>
                  <a:srgbClr val="173456"/>
                </a:solidFill>
              </a:defRPr>
            </a:lvl4pPr>
            <a:lvl5pPr>
              <a:defRPr sz="1875" b="1">
                <a:solidFill>
                  <a:srgbClr val="173456"/>
                </a:solidFill>
              </a:defRPr>
            </a:lvl5pPr>
            <a:lvl6pPr>
              <a:defRPr sz="1875" b="1">
                <a:solidFill>
                  <a:srgbClr val="173456"/>
                </a:solidFill>
              </a:defRPr>
            </a:lvl6pPr>
            <a:lvl7pPr>
              <a:defRPr sz="1875" b="1">
                <a:solidFill>
                  <a:srgbClr val="173456"/>
                </a:solidFill>
              </a:defRPr>
            </a:lvl7pPr>
            <a:lvl8pPr>
              <a:defRPr sz="1875" b="1">
                <a:solidFill>
                  <a:srgbClr val="173456"/>
                </a:solidFill>
              </a:defRPr>
            </a:lvl8pPr>
            <a:lvl9pPr>
              <a:defRPr sz="1875" b="1">
                <a:solidFill>
                  <a:srgbClr val="173456"/>
                </a:solidFill>
              </a:defRPr>
            </a:lvl9pPr>
          </a:lstStyle>
          <a:p>
            <a:pPr>
              <a:defRPr sz="1875" b="1">
                <a:solidFill>
                  <a:srgbClr val="173456"/>
                </a:solidFill>
              </a:defRPr>
            </a:pPr>
            <a:r>
              <a:rPr lang="en-US" sz="1646"/>
              <a:t>Scientific Research</a:t>
            </a:r>
          </a:p>
        </p:txBody>
      </p:sp>
      <p:sp>
        <p:nvSpPr>
          <p:cNvPr id="21" name="矩形 20">
            <a:extLst>
              <a:ext uri="{FF2B5EF4-FFF2-40B4-BE49-F238E27FC236}">
                <a16:creationId xmlns:a16="http://schemas.microsoft.com/office/drawing/2014/main" id="{4C6FBE8A-C1F2-4F9E-8644-58A549A86B8A}"/>
              </a:ext>
            </a:extLst>
          </p:cNvPr>
          <p:cNvSpPr>
            <a:spLocks noGrp="1"/>
          </p:cNvSpPr>
          <p:nvPr/>
        </p:nvSpPr>
        <p:spPr>
          <a:xfrm>
            <a:off x="7192434" y="5041583"/>
            <a:ext cx="2884488" cy="585258"/>
          </a:xfrm>
          <a:prstGeom prst="rect">
            <a:avLst/>
          </a:prstGeom>
          <a:noFill/>
          <a:ln w="0">
            <a:noFill/>
            <a:prstDash val="solid"/>
          </a:ln>
        </p:spPr>
        <p:txBody>
          <a:bodyPr anchor="ctr"/>
          <a:lstStyle>
            <a:defPPr>
              <a:defRPr sz="1500" b="0">
                <a:solidFill>
                  <a:srgbClr val="344A62"/>
                </a:solidFill>
              </a:defRPr>
            </a:defPPr>
            <a:lvl1pPr>
              <a:defRPr sz="1500" b="0">
                <a:solidFill>
                  <a:srgbClr val="344A62"/>
                </a:solidFill>
              </a:defRPr>
            </a:lvl1pPr>
            <a:lvl2pPr>
              <a:defRPr sz="1500" b="0">
                <a:solidFill>
                  <a:srgbClr val="344A62"/>
                </a:solidFill>
              </a:defRPr>
            </a:lvl2pPr>
            <a:lvl3pPr>
              <a:defRPr sz="1500" b="0">
                <a:solidFill>
                  <a:srgbClr val="344A62"/>
                </a:solidFill>
              </a:defRPr>
            </a:lvl3pPr>
            <a:lvl4pPr>
              <a:defRPr sz="1500" b="0">
                <a:solidFill>
                  <a:srgbClr val="344A62"/>
                </a:solidFill>
              </a:defRPr>
            </a:lvl4pPr>
            <a:lvl5pPr>
              <a:defRPr sz="1500" b="0">
                <a:solidFill>
                  <a:srgbClr val="344A62"/>
                </a:solidFill>
              </a:defRPr>
            </a:lvl5pPr>
            <a:lvl6pPr>
              <a:defRPr sz="1500" b="0">
                <a:solidFill>
                  <a:srgbClr val="344A62"/>
                </a:solidFill>
              </a:defRPr>
            </a:lvl6pPr>
            <a:lvl7pPr>
              <a:defRPr sz="1500" b="0">
                <a:solidFill>
                  <a:srgbClr val="344A62"/>
                </a:solidFill>
              </a:defRPr>
            </a:lvl7pPr>
            <a:lvl8pPr>
              <a:defRPr sz="1500" b="0">
                <a:solidFill>
                  <a:srgbClr val="344A62"/>
                </a:solidFill>
              </a:defRPr>
            </a:lvl8pPr>
            <a:lvl9pPr>
              <a:defRPr sz="1500" b="0">
                <a:solidFill>
                  <a:srgbClr val="344A62"/>
                </a:solidFill>
              </a:defRPr>
            </a:lvl9pPr>
          </a:lstStyle>
          <a:p>
            <a:pPr>
              <a:defRPr sz="1500" b="0">
                <a:solidFill>
                  <a:srgbClr val="344A62"/>
                </a:solidFill>
              </a:defRPr>
            </a:pPr>
            <a:r>
              <a:rPr lang="en-US" sz="1317"/>
              <a:t>Explore AI systems and heterogeneous computing</a:t>
            </a:r>
          </a:p>
          <a:p>
            <a:pPr>
              <a:defRPr sz="1500" b="0">
                <a:solidFill>
                  <a:srgbClr val="344A62"/>
                </a:solidFill>
              </a:defRPr>
            </a:pPr>
            <a:r>
              <a:rPr lang="en-US" sz="1317"/>
              <a:t>as topics for joint research</a:t>
            </a:r>
          </a:p>
        </p:txBody>
      </p:sp>
      <p:sp>
        <p:nvSpPr>
          <p:cNvPr id="22" name="矩形 21">
            <a:extLst>
              <a:ext uri="{FF2B5EF4-FFF2-40B4-BE49-F238E27FC236}">
                <a16:creationId xmlns:a16="http://schemas.microsoft.com/office/drawing/2014/main" id="{5D7FC29C-B92A-4C3C-BA56-275575DB28C7}"/>
              </a:ext>
            </a:extLst>
          </p:cNvPr>
          <p:cNvSpPr>
            <a:spLocks noGrp="1"/>
          </p:cNvSpPr>
          <p:nvPr/>
        </p:nvSpPr>
        <p:spPr>
          <a:xfrm>
            <a:off x="3672522" y="4606820"/>
            <a:ext cx="16722" cy="1095269"/>
          </a:xfrm>
          <a:prstGeom prst="rect">
            <a:avLst/>
          </a:prstGeom>
          <a:solidFill>
            <a:srgbClr val="DCE7F4"/>
          </a:solidFill>
          <a:ln w="0">
            <a:noFill/>
            <a:prstDash val="solid"/>
          </a:ln>
        </p:spPr>
      </p:sp>
      <p:sp>
        <p:nvSpPr>
          <p:cNvPr id="23" name="矩形 22">
            <a:extLst>
              <a:ext uri="{FF2B5EF4-FFF2-40B4-BE49-F238E27FC236}">
                <a16:creationId xmlns:a16="http://schemas.microsoft.com/office/drawing/2014/main" id="{B9F50D77-93E8-43BF-911C-335271583662}"/>
              </a:ext>
            </a:extLst>
          </p:cNvPr>
          <p:cNvSpPr>
            <a:spLocks noGrp="1"/>
          </p:cNvSpPr>
          <p:nvPr/>
        </p:nvSpPr>
        <p:spPr>
          <a:xfrm>
            <a:off x="7033577" y="4606820"/>
            <a:ext cx="16722" cy="1095269"/>
          </a:xfrm>
          <a:prstGeom prst="rect">
            <a:avLst/>
          </a:prstGeom>
          <a:solidFill>
            <a:srgbClr val="DCE7F4"/>
          </a:solidFill>
          <a:ln w="0">
            <a:noFill/>
            <a:prstDash val="solid"/>
          </a:ln>
        </p:spPr>
      </p:sp>
    </p:spTree>
    <p:extLst>
      <p:ext uri="{BB962C8B-B14F-4D97-AF65-F5344CB8AC3E}">
        <p14:creationId xmlns:p14="http://schemas.microsoft.com/office/powerpoint/2010/main" val="2023459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33C73CA8-01D8-46FF-9D63-58FEF0E2E6C4}"/>
              </a:ext>
            </a:extLst>
          </p:cNvPr>
          <p:cNvPicPr>
            <a:picLocks noChangeAspect="1"/>
          </p:cNvPicPr>
          <p:nvPr/>
        </p:nvPicPr>
        <p:blipFill>
          <a:blip r:embed="rId3"/>
          <a:stretch/>
        </p:blipFill>
        <p:spPr>
          <a:xfrm>
            <a:off x="2284" y="0"/>
            <a:ext cx="10701531" cy="6019800"/>
          </a:xfrm>
          <a:prstGeom prst="rect">
            <a:avLst/>
          </a:prstGeom>
        </p:spPr>
      </p:pic>
      <p:pic>
        <p:nvPicPr>
          <p:cNvPr id="2" name="图片 1">
            <a:extLst>
              <a:ext uri="{FF2B5EF4-FFF2-40B4-BE49-F238E27FC236}">
                <a16:creationId xmlns:a16="http://schemas.microsoft.com/office/drawing/2014/main" id="{1AC5AF37-8B62-48C4-8C8B-2D1CB2B34A69}"/>
              </a:ext>
            </a:extLst>
          </p:cNvPr>
          <p:cNvPicPr>
            <a:picLocks noChangeAspect="1"/>
          </p:cNvPicPr>
          <p:nvPr/>
        </p:nvPicPr>
        <p:blipFill>
          <a:blip r:embed="rId4"/>
          <a:stretch/>
        </p:blipFill>
        <p:spPr>
          <a:xfrm>
            <a:off x="4667250" y="211317"/>
            <a:ext cx="1381125" cy="425091"/>
          </a:xfrm>
          <a:prstGeom prst="rect">
            <a:avLst/>
          </a:prstGeom>
        </p:spPr>
      </p:pic>
      <p:pic>
        <p:nvPicPr>
          <p:cNvPr id="3" name="图片 2">
            <a:extLst>
              <a:ext uri="{FF2B5EF4-FFF2-40B4-BE49-F238E27FC236}">
                <a16:creationId xmlns:a16="http://schemas.microsoft.com/office/drawing/2014/main" id="{DE4B904C-5C22-4C90-9827-6BA280A760F4}"/>
              </a:ext>
            </a:extLst>
          </p:cNvPr>
          <p:cNvPicPr>
            <a:picLocks noChangeAspect="1"/>
          </p:cNvPicPr>
          <p:nvPr/>
        </p:nvPicPr>
        <p:blipFill>
          <a:blip r:embed="rId5"/>
          <a:stretch/>
        </p:blipFill>
        <p:spPr>
          <a:xfrm>
            <a:off x="6122823" y="209550"/>
            <a:ext cx="1508455" cy="428625"/>
          </a:xfrm>
          <a:prstGeom prst="rect">
            <a:avLst/>
          </a:prstGeom>
        </p:spPr>
      </p:pic>
      <p:pic>
        <p:nvPicPr>
          <p:cNvPr id="4" name="图片 3">
            <a:extLst>
              <a:ext uri="{FF2B5EF4-FFF2-40B4-BE49-F238E27FC236}">
                <a16:creationId xmlns:a16="http://schemas.microsoft.com/office/drawing/2014/main" id="{B9033F27-3D74-4762-AA16-1DF94A9CCECF}"/>
              </a:ext>
            </a:extLst>
          </p:cNvPr>
          <p:cNvPicPr>
            <a:picLocks noChangeAspect="1"/>
          </p:cNvPicPr>
          <p:nvPr/>
        </p:nvPicPr>
        <p:blipFill>
          <a:blip r:embed="rId6"/>
          <a:stretch/>
        </p:blipFill>
        <p:spPr>
          <a:xfrm>
            <a:off x="7736864" y="209550"/>
            <a:ext cx="1995121" cy="466725"/>
          </a:xfrm>
          <a:prstGeom prst="rect">
            <a:avLst/>
          </a:prstGeom>
        </p:spPr>
      </p:pic>
      <p:sp>
        <p:nvSpPr>
          <p:cNvPr id="5" name="矩形 4">
            <a:extLst>
              <a:ext uri="{FF2B5EF4-FFF2-40B4-BE49-F238E27FC236}">
                <a16:creationId xmlns:a16="http://schemas.microsoft.com/office/drawing/2014/main" id="{605041C4-D95A-4684-BFE5-28A180690DD8}"/>
              </a:ext>
            </a:extLst>
          </p:cNvPr>
          <p:cNvSpPr>
            <a:spLocks noGrp="1"/>
          </p:cNvSpPr>
          <p:nvPr/>
        </p:nvSpPr>
        <p:spPr>
          <a:xfrm>
            <a:off x="647700" y="990600"/>
            <a:ext cx="8763000" cy="323850"/>
          </a:xfrm>
          <a:prstGeom prst="rect">
            <a:avLst/>
          </a:prstGeom>
          <a:noFill/>
          <a:ln w="0">
            <a:noFill/>
            <a:prstDash val="solid"/>
          </a:ln>
        </p:spPr>
        <p:txBody>
          <a:bodyPr anchor="ctr"/>
          <a:lstStyle>
            <a:defPPr algn="l">
              <a:defRPr sz="1875" b="1">
                <a:solidFill>
                  <a:srgbClr val="4675C8"/>
                </a:solidFill>
              </a:defRPr>
            </a:defPPr>
            <a:lvl1pPr algn="l">
              <a:defRPr sz="1875" b="1">
                <a:solidFill>
                  <a:srgbClr val="4675C8"/>
                </a:solidFill>
              </a:defRPr>
            </a:lvl1pPr>
            <a:lvl2pPr algn="l">
              <a:defRPr sz="1875" b="1">
                <a:solidFill>
                  <a:srgbClr val="4675C8"/>
                </a:solidFill>
              </a:defRPr>
            </a:lvl2pPr>
            <a:lvl3pPr algn="l">
              <a:defRPr sz="1875" b="1">
                <a:solidFill>
                  <a:srgbClr val="4675C8"/>
                </a:solidFill>
              </a:defRPr>
            </a:lvl3pPr>
            <a:lvl4pPr algn="l">
              <a:defRPr sz="1875" b="1">
                <a:solidFill>
                  <a:srgbClr val="4675C8"/>
                </a:solidFill>
              </a:defRPr>
            </a:lvl4pPr>
            <a:lvl5pPr algn="l">
              <a:defRPr sz="1875" b="1">
                <a:solidFill>
                  <a:srgbClr val="4675C8"/>
                </a:solidFill>
              </a:defRPr>
            </a:lvl5pPr>
            <a:lvl6pPr algn="l">
              <a:defRPr sz="1875" b="1">
                <a:solidFill>
                  <a:srgbClr val="4675C8"/>
                </a:solidFill>
              </a:defRPr>
            </a:lvl6pPr>
            <a:lvl7pPr algn="l">
              <a:defRPr sz="1875" b="1">
                <a:solidFill>
                  <a:srgbClr val="4675C8"/>
                </a:solidFill>
              </a:defRPr>
            </a:lvl7pPr>
            <a:lvl8pPr algn="l">
              <a:defRPr sz="1875" b="1">
                <a:solidFill>
                  <a:srgbClr val="4675C8"/>
                </a:solidFill>
              </a:defRPr>
            </a:lvl8pPr>
            <a:lvl9pPr algn="l">
              <a:defRPr sz="1875" b="1">
                <a:solidFill>
                  <a:srgbClr val="4675C8"/>
                </a:solidFill>
              </a:defRPr>
            </a:lvl9pPr>
          </a:lstStyle>
          <a:p>
            <a:pPr algn="l">
              <a:defRPr sz="1875" b="1">
                <a:solidFill>
                  <a:srgbClr val="4675C8"/>
                </a:solidFill>
              </a:defRPr>
            </a:pPr>
            <a:r>
              <a:rPr sz="1875" b="1">
                <a:solidFill>
                  <a:srgbClr val="4675C8"/>
                </a:solidFill>
              </a:rPr>
              <a:t>THANK YOU</a:t>
            </a:r>
          </a:p>
        </p:txBody>
      </p:sp>
      <p:sp>
        <p:nvSpPr>
          <p:cNvPr id="6" name="矩形 5">
            <a:extLst>
              <a:ext uri="{FF2B5EF4-FFF2-40B4-BE49-F238E27FC236}">
                <a16:creationId xmlns:a16="http://schemas.microsoft.com/office/drawing/2014/main" id="{BA2F69AA-9074-4210-8984-CC76BD0438CF}"/>
              </a:ext>
            </a:extLst>
          </p:cNvPr>
          <p:cNvSpPr>
            <a:spLocks noGrp="1"/>
          </p:cNvSpPr>
          <p:nvPr/>
        </p:nvSpPr>
        <p:spPr>
          <a:xfrm>
            <a:off x="647700" y="1533525"/>
            <a:ext cx="8286750" cy="1162050"/>
          </a:xfrm>
          <a:prstGeom prst="rect">
            <a:avLst/>
          </a:prstGeom>
          <a:noFill/>
          <a:ln w="0">
            <a:noFill/>
            <a:prstDash val="solid"/>
          </a:ln>
        </p:spPr>
        <p:txBody>
          <a:bodyPr anchor="ctr"/>
          <a:lstStyle>
            <a:defPPr algn="l">
              <a:defRPr sz="4050" b="1">
                <a:solidFill>
                  <a:srgbClr val="4675C8"/>
                </a:solidFill>
              </a:defRPr>
            </a:defPPr>
            <a:lvl1pPr algn="l">
              <a:defRPr sz="4050" b="1">
                <a:solidFill>
                  <a:srgbClr val="4675C8"/>
                </a:solidFill>
              </a:defRPr>
            </a:lvl1pPr>
            <a:lvl2pPr algn="l">
              <a:defRPr sz="4050" b="1">
                <a:solidFill>
                  <a:srgbClr val="4675C8"/>
                </a:solidFill>
              </a:defRPr>
            </a:lvl2pPr>
            <a:lvl3pPr algn="l">
              <a:defRPr sz="4050" b="1">
                <a:solidFill>
                  <a:srgbClr val="4675C8"/>
                </a:solidFill>
              </a:defRPr>
            </a:lvl3pPr>
            <a:lvl4pPr algn="l">
              <a:defRPr sz="4050" b="1">
                <a:solidFill>
                  <a:srgbClr val="4675C8"/>
                </a:solidFill>
              </a:defRPr>
            </a:lvl4pPr>
            <a:lvl5pPr algn="l">
              <a:defRPr sz="4050" b="1">
                <a:solidFill>
                  <a:srgbClr val="4675C8"/>
                </a:solidFill>
              </a:defRPr>
            </a:lvl5pPr>
            <a:lvl6pPr algn="l">
              <a:defRPr sz="4050" b="1">
                <a:solidFill>
                  <a:srgbClr val="4675C8"/>
                </a:solidFill>
              </a:defRPr>
            </a:lvl6pPr>
            <a:lvl7pPr algn="l">
              <a:defRPr sz="4050" b="1">
                <a:solidFill>
                  <a:srgbClr val="4675C8"/>
                </a:solidFill>
              </a:defRPr>
            </a:lvl7pPr>
            <a:lvl8pPr algn="l">
              <a:defRPr sz="4050" b="1">
                <a:solidFill>
                  <a:srgbClr val="4675C8"/>
                </a:solidFill>
              </a:defRPr>
            </a:lvl8pPr>
            <a:lvl9pPr algn="l">
              <a:defRPr sz="4050" b="1">
                <a:solidFill>
                  <a:srgbClr val="4675C8"/>
                </a:solidFill>
              </a:defRPr>
            </a:lvl9pPr>
          </a:lstStyle>
          <a:p>
            <a:pPr algn="l">
              <a:defRPr sz="4050" b="1">
                <a:solidFill>
                  <a:srgbClr val="4675C8"/>
                </a:solidFill>
              </a:defRPr>
            </a:pPr>
            <a:r>
              <a:rPr lang="en-US" sz="4050" b="1">
                <a:solidFill>
                  <a:srgbClr val="4675C8"/>
                </a:solidFill>
              </a:rPr>
              <a:t>Growing Together</a:t>
            </a:r>
          </a:p>
        </p:txBody>
      </p:sp>
      <p:sp>
        <p:nvSpPr>
          <p:cNvPr id="7" name="矩形 6">
            <a:extLst>
              <a:ext uri="{FF2B5EF4-FFF2-40B4-BE49-F238E27FC236}">
                <a16:creationId xmlns:a16="http://schemas.microsoft.com/office/drawing/2014/main" id="{8AEFB73D-ABFE-400B-9DDA-395B77E76AB3}"/>
              </a:ext>
            </a:extLst>
          </p:cNvPr>
          <p:cNvSpPr>
            <a:spLocks noGrp="1"/>
          </p:cNvSpPr>
          <p:nvPr/>
        </p:nvSpPr>
        <p:spPr>
          <a:xfrm>
            <a:off x="666750" y="2990850"/>
            <a:ext cx="7000875" cy="723900"/>
          </a:xfrm>
          <a:prstGeom prst="rect">
            <a:avLst/>
          </a:prstGeom>
          <a:noFill/>
          <a:ln w="0">
            <a:noFill/>
            <a:prstDash val="solid"/>
          </a:ln>
        </p:spPr>
        <p:txBody>
          <a:bodyPr anchor="ctr"/>
          <a:lstStyle>
            <a:defPPr algn="l">
              <a:defRPr sz="1875" b="0">
                <a:solidFill>
                  <a:srgbClr val="53647B"/>
                </a:solidFill>
              </a:defRPr>
            </a:defPPr>
            <a:lvl1pPr algn="l">
              <a:defRPr sz="1875" b="0">
                <a:solidFill>
                  <a:srgbClr val="53647B"/>
                </a:solidFill>
              </a:defRPr>
            </a:lvl1pPr>
            <a:lvl2pPr algn="l">
              <a:defRPr sz="1875" b="0">
                <a:solidFill>
                  <a:srgbClr val="53647B"/>
                </a:solidFill>
              </a:defRPr>
            </a:lvl2pPr>
            <a:lvl3pPr algn="l">
              <a:defRPr sz="1875" b="0">
                <a:solidFill>
                  <a:srgbClr val="53647B"/>
                </a:solidFill>
              </a:defRPr>
            </a:lvl3pPr>
            <a:lvl4pPr algn="l">
              <a:defRPr sz="1875" b="0">
                <a:solidFill>
                  <a:srgbClr val="53647B"/>
                </a:solidFill>
              </a:defRPr>
            </a:lvl4pPr>
            <a:lvl5pPr algn="l">
              <a:defRPr sz="1875" b="0">
                <a:solidFill>
                  <a:srgbClr val="53647B"/>
                </a:solidFill>
              </a:defRPr>
            </a:lvl5pPr>
            <a:lvl6pPr algn="l">
              <a:defRPr sz="1875" b="0">
                <a:solidFill>
                  <a:srgbClr val="53647B"/>
                </a:solidFill>
              </a:defRPr>
            </a:lvl6pPr>
            <a:lvl7pPr algn="l">
              <a:defRPr sz="1875" b="0">
                <a:solidFill>
                  <a:srgbClr val="53647B"/>
                </a:solidFill>
              </a:defRPr>
            </a:lvl7pPr>
            <a:lvl8pPr algn="l">
              <a:defRPr sz="1875" b="0">
                <a:solidFill>
                  <a:srgbClr val="53647B"/>
                </a:solidFill>
              </a:defRPr>
            </a:lvl8pPr>
            <a:lvl9pPr algn="l">
              <a:defRPr sz="1875" b="0">
                <a:solidFill>
                  <a:srgbClr val="53647B"/>
                </a:solidFill>
              </a:defRPr>
            </a:lvl9pPr>
          </a:lstStyle>
          <a:p>
            <a:pPr algn="l">
              <a:defRPr sz="1875" b="0">
                <a:solidFill>
                  <a:srgbClr val="53647B"/>
                </a:solidFill>
              </a:defRPr>
            </a:pPr>
            <a:r>
              <a:rPr lang="en-US" sz="1875" b="0" dirty="0">
                <a:solidFill>
                  <a:srgbClr val="53647B"/>
                </a:solidFill>
              </a:rPr>
              <a:t>Thank you. Let us build a better future through </a:t>
            </a:r>
          </a:p>
          <a:p>
            <a:pPr algn="l">
              <a:defRPr sz="1875" b="0">
                <a:solidFill>
                  <a:srgbClr val="53647B"/>
                </a:solidFill>
              </a:defRPr>
            </a:pPr>
            <a:r>
              <a:rPr lang="en-US" sz="1875" b="0" dirty="0">
                <a:solidFill>
                  <a:srgbClr val="53647B"/>
                </a:solidFill>
              </a:rPr>
              <a:t>continued exchange and joint exploration.</a:t>
            </a:r>
          </a:p>
        </p:txBody>
      </p:sp>
    </p:spTree>
    <p:extLst>
      <p:ext uri="{BB962C8B-B14F-4D97-AF65-F5344CB8AC3E}">
        <p14:creationId xmlns:p14="http://schemas.microsoft.com/office/powerpoint/2010/main" val="158305858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1829</Words>
  <Application>Microsoft Office PowerPoint</Application>
  <DocSecurity>0</DocSecurity>
  <PresentationFormat>自定义</PresentationFormat>
  <Paragraphs>185</Paragraphs>
  <Slides>13</Slides>
  <Notes>13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13</vt:i4>
      </vt:variant>
    </vt:vector>
  </HeadingPairs>
  <TitlesOfParts>
    <vt:vector size="18" baseType="lpstr">
      <vt:lpstr>Noto Sans SC Medium</vt:lpstr>
      <vt:lpstr>Aptos</vt:lpstr>
      <vt:lpstr>Arial</vt:lpstr>
      <vt:lpstr>Microsoft Sans Serif</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晶 王</cp:lastModifiedBy>
  <cp:revision>12</cp:revision>
  <dcterms:created xsi:type="dcterms:W3CDTF">2026-10-22T15:13:15Z</dcterms:created>
  <dcterms:modified xsi:type="dcterms:W3CDTF">2026-10-22T18:35:29Z</dcterms:modified>
</cp:coreProperties>
</file>